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Poppins" panose="00000500000000000000" pitchFamily="2" charset="0"/>
      <p:regular r:id="rId13"/>
      <p:bold r:id="rId14"/>
    </p:embeddedFont>
    <p:embeddedFont>
      <p:font typeface="Poppins Bold" panose="00000800000000000000" charset="0"/>
      <p:regular r:id="rId15"/>
      <p:bold r:id="rId16"/>
    </p:embeddedFont>
    <p:embeddedFont>
      <p:font typeface="Poppins Medium" panose="00000600000000000000" pitchFamily="2" charset="0"/>
      <p:regular r:id="rId17"/>
      <p:italic r:id="rId18"/>
    </p:embeddedFont>
    <p:embeddedFont>
      <p:font typeface="Poppins Medium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22" autoAdjust="0"/>
  </p:normalViewPr>
  <p:slideViewPr>
    <p:cSldViewPr>
      <p:cViewPr varScale="1">
        <p:scale>
          <a:sx n="43" d="100"/>
          <a:sy n="43" d="100"/>
        </p:scale>
        <p:origin x="450"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4">
            <a:extLst>
              <a:ext uri="{FF2B5EF4-FFF2-40B4-BE49-F238E27FC236}">
                <a16:creationId xmlns:a16="http://schemas.microsoft.com/office/drawing/2014/main" id="{1E09952F-7853-0739-EB8C-01F93576BBB2}"/>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2400" y="190500"/>
            <a:ext cx="2628982" cy="7229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4">
            <a:extLst>
              <a:ext uri="{FF2B5EF4-FFF2-40B4-BE49-F238E27FC236}">
                <a16:creationId xmlns:a16="http://schemas.microsoft.com/office/drawing/2014/main" id="{1E09952F-7853-0739-EB8C-01F93576BBB2}"/>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2400" y="190500"/>
            <a:ext cx="2628982" cy="722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570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7" name="Picture 4">
            <a:extLst>
              <a:ext uri="{FF2B5EF4-FFF2-40B4-BE49-F238E27FC236}">
                <a16:creationId xmlns:a16="http://schemas.microsoft.com/office/drawing/2014/main" id="{1E09952F-7853-0739-EB8C-01F93576BBB2}"/>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2400" y="190500"/>
            <a:ext cx="2628982" cy="722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1757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16F6D0-5B2C-5CAD-C565-5D844B9F361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52400" y="190500"/>
            <a:ext cx="2628982" cy="7229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5"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292491">
            <a:off x="16565433" y="4093028"/>
            <a:ext cx="1062487" cy="6734838"/>
            <a:chOff x="0" y="0"/>
            <a:chExt cx="279832" cy="1773784"/>
          </a:xfrm>
        </p:grpSpPr>
        <p:sp>
          <p:nvSpPr>
            <p:cNvPr id="3" name="Freeform 3"/>
            <p:cNvSpPr/>
            <p:nvPr/>
          </p:nvSpPr>
          <p:spPr>
            <a:xfrm>
              <a:off x="0" y="0"/>
              <a:ext cx="279832" cy="1773784"/>
            </a:xfrm>
            <a:custGeom>
              <a:avLst/>
              <a:gdLst/>
              <a:ahLst/>
              <a:cxnLst/>
              <a:rect l="l" t="t" r="r" b="b"/>
              <a:pathLst>
                <a:path w="279832" h="1773784">
                  <a:moveTo>
                    <a:pt x="0" y="0"/>
                  </a:moveTo>
                  <a:lnTo>
                    <a:pt x="279832" y="0"/>
                  </a:lnTo>
                  <a:lnTo>
                    <a:pt x="279832" y="1773784"/>
                  </a:lnTo>
                  <a:lnTo>
                    <a:pt x="0" y="1773784"/>
                  </a:lnTo>
                  <a:close/>
                </a:path>
              </a:pathLst>
            </a:custGeom>
            <a:solidFill>
              <a:srgbClr val="060644"/>
            </a:solidFill>
          </p:spPr>
          <p:txBody>
            <a:bodyPr/>
            <a:lstStyle/>
            <a:p>
              <a:endParaRPr lang="en-IN"/>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rot="7221385">
            <a:off x="15898211" y="10316784"/>
            <a:ext cx="3837666" cy="589796"/>
            <a:chOff x="0" y="0"/>
            <a:chExt cx="2454669" cy="377249"/>
          </a:xfrm>
        </p:grpSpPr>
        <p:sp>
          <p:nvSpPr>
            <p:cNvPr id="6" name="Freeform 6"/>
            <p:cNvSpPr/>
            <p:nvPr/>
          </p:nvSpPr>
          <p:spPr>
            <a:xfrm>
              <a:off x="0" y="0"/>
              <a:ext cx="2454669" cy="377249"/>
            </a:xfrm>
            <a:custGeom>
              <a:avLst/>
              <a:gdLst/>
              <a:ahLst/>
              <a:cxnLst/>
              <a:rect l="l" t="t" r="r" b="b"/>
              <a:pathLst>
                <a:path w="2454669" h="377249">
                  <a:moveTo>
                    <a:pt x="203200" y="0"/>
                  </a:moveTo>
                  <a:lnTo>
                    <a:pt x="2454669" y="0"/>
                  </a:lnTo>
                  <a:lnTo>
                    <a:pt x="2251469" y="377249"/>
                  </a:lnTo>
                  <a:lnTo>
                    <a:pt x="0" y="377249"/>
                  </a:lnTo>
                  <a:lnTo>
                    <a:pt x="203200" y="0"/>
                  </a:lnTo>
                  <a:close/>
                </a:path>
              </a:pathLst>
            </a:custGeom>
            <a:solidFill>
              <a:srgbClr val="060644"/>
            </a:solidFill>
          </p:spPr>
          <p:txBody>
            <a:bodyPr/>
            <a:lstStyle/>
            <a:p>
              <a:endParaRPr lang="en-IN"/>
            </a:p>
          </p:txBody>
        </p:sp>
        <p:sp>
          <p:nvSpPr>
            <p:cNvPr id="7" name="TextBox 7"/>
            <p:cNvSpPr txBox="1"/>
            <p:nvPr/>
          </p:nvSpPr>
          <p:spPr>
            <a:xfrm>
              <a:off x="101600" y="-66675"/>
              <a:ext cx="609600" cy="676275"/>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rot="7091654">
            <a:off x="13680614" y="1690003"/>
            <a:ext cx="4138086" cy="589796"/>
            <a:chOff x="0" y="0"/>
            <a:chExt cx="2646825" cy="377249"/>
          </a:xfrm>
        </p:grpSpPr>
        <p:sp>
          <p:nvSpPr>
            <p:cNvPr id="9" name="Freeform 9"/>
            <p:cNvSpPr/>
            <p:nvPr/>
          </p:nvSpPr>
          <p:spPr>
            <a:xfrm>
              <a:off x="0" y="0"/>
              <a:ext cx="2646825" cy="377249"/>
            </a:xfrm>
            <a:custGeom>
              <a:avLst/>
              <a:gdLst/>
              <a:ahLst/>
              <a:cxnLst/>
              <a:rect l="l" t="t" r="r" b="b"/>
              <a:pathLst>
                <a:path w="2646825" h="377249">
                  <a:moveTo>
                    <a:pt x="203200" y="0"/>
                  </a:moveTo>
                  <a:lnTo>
                    <a:pt x="2646825" y="0"/>
                  </a:lnTo>
                  <a:lnTo>
                    <a:pt x="2443625" y="377249"/>
                  </a:lnTo>
                  <a:lnTo>
                    <a:pt x="0" y="377249"/>
                  </a:lnTo>
                  <a:lnTo>
                    <a:pt x="203200" y="0"/>
                  </a:lnTo>
                  <a:close/>
                </a:path>
              </a:pathLst>
            </a:custGeom>
            <a:solidFill>
              <a:srgbClr val="060644"/>
            </a:solidFill>
          </p:spPr>
          <p:txBody>
            <a:bodyPr/>
            <a:lstStyle/>
            <a:p>
              <a:endParaRPr lang="en-IN"/>
            </a:p>
          </p:txBody>
        </p:sp>
        <p:sp>
          <p:nvSpPr>
            <p:cNvPr id="10" name="TextBox 10"/>
            <p:cNvSpPr txBox="1"/>
            <p:nvPr/>
          </p:nvSpPr>
          <p:spPr>
            <a:xfrm>
              <a:off x="101600" y="-66675"/>
              <a:ext cx="609600" cy="676275"/>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rot="1710481">
            <a:off x="16090122" y="-871601"/>
            <a:ext cx="1062487" cy="6686550"/>
            <a:chOff x="0" y="0"/>
            <a:chExt cx="279832" cy="1761067"/>
          </a:xfrm>
        </p:grpSpPr>
        <p:sp>
          <p:nvSpPr>
            <p:cNvPr id="12" name="Freeform 12"/>
            <p:cNvSpPr/>
            <p:nvPr/>
          </p:nvSpPr>
          <p:spPr>
            <a:xfrm>
              <a:off x="0" y="0"/>
              <a:ext cx="279832" cy="1761067"/>
            </a:xfrm>
            <a:custGeom>
              <a:avLst/>
              <a:gdLst/>
              <a:ahLst/>
              <a:cxnLst/>
              <a:rect l="l" t="t" r="r" b="b"/>
              <a:pathLst>
                <a:path w="279832" h="1761067">
                  <a:moveTo>
                    <a:pt x="0" y="0"/>
                  </a:moveTo>
                  <a:lnTo>
                    <a:pt x="279832" y="0"/>
                  </a:lnTo>
                  <a:lnTo>
                    <a:pt x="279832" y="1761067"/>
                  </a:lnTo>
                  <a:lnTo>
                    <a:pt x="0" y="1761067"/>
                  </a:lnTo>
                  <a:close/>
                </a:path>
              </a:pathLst>
            </a:custGeom>
            <a:solidFill>
              <a:srgbClr val="060644"/>
            </a:solidFill>
          </p:spPr>
          <p:txBody>
            <a:bodyPr/>
            <a:lstStyle/>
            <a:p>
              <a:endParaRPr lang="en-IN" dirty="0"/>
            </a:p>
          </p:txBody>
        </p:sp>
        <p:sp>
          <p:nvSpPr>
            <p:cNvPr id="13" name="TextBox 13"/>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14" name="Group 14"/>
          <p:cNvGrpSpPr/>
          <p:nvPr/>
        </p:nvGrpSpPr>
        <p:grpSpPr>
          <a:xfrm rot="1744249">
            <a:off x="17092927" y="945957"/>
            <a:ext cx="2208710" cy="14588015"/>
            <a:chOff x="0" y="0"/>
            <a:chExt cx="581718" cy="3842111"/>
          </a:xfrm>
        </p:grpSpPr>
        <p:sp>
          <p:nvSpPr>
            <p:cNvPr id="15" name="Freeform 15"/>
            <p:cNvSpPr/>
            <p:nvPr/>
          </p:nvSpPr>
          <p:spPr>
            <a:xfrm>
              <a:off x="0" y="0"/>
              <a:ext cx="581718" cy="3842111"/>
            </a:xfrm>
            <a:custGeom>
              <a:avLst/>
              <a:gdLst/>
              <a:ahLst/>
              <a:cxnLst/>
              <a:rect l="l" t="t" r="r" b="b"/>
              <a:pathLst>
                <a:path w="581718" h="3842111">
                  <a:moveTo>
                    <a:pt x="0" y="0"/>
                  </a:moveTo>
                  <a:lnTo>
                    <a:pt x="581718" y="0"/>
                  </a:lnTo>
                  <a:lnTo>
                    <a:pt x="581718" y="3842111"/>
                  </a:lnTo>
                  <a:lnTo>
                    <a:pt x="0" y="3842111"/>
                  </a:lnTo>
                  <a:close/>
                </a:path>
              </a:pathLst>
            </a:custGeom>
            <a:solidFill>
              <a:srgbClr val="060644"/>
            </a:solidFill>
          </p:spPr>
          <p:txBody>
            <a:bodyPr/>
            <a:lstStyle/>
            <a:p>
              <a:endParaRPr lang="en-IN" dirty="0"/>
            </a:p>
          </p:txBody>
        </p:sp>
        <p:sp>
          <p:nvSpPr>
            <p:cNvPr id="16" name="TextBox 16"/>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pic>
        <p:nvPicPr>
          <p:cNvPr id="19" name="Picture 19"/>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028700" y="6655199"/>
            <a:ext cx="2305930" cy="2305931"/>
          </a:xfrm>
          <a:prstGeom prst="rect">
            <a:avLst/>
          </a:prstGeom>
        </p:spPr>
      </p:pic>
      <p:grpSp>
        <p:nvGrpSpPr>
          <p:cNvPr id="35" name="Group 34">
            <a:extLst>
              <a:ext uri="{FF2B5EF4-FFF2-40B4-BE49-F238E27FC236}">
                <a16:creationId xmlns:a16="http://schemas.microsoft.com/office/drawing/2014/main" id="{4FCDE496-082B-9383-872A-26EF4D7DAB0B}"/>
              </a:ext>
            </a:extLst>
          </p:cNvPr>
          <p:cNvGrpSpPr/>
          <p:nvPr/>
        </p:nvGrpSpPr>
        <p:grpSpPr>
          <a:xfrm>
            <a:off x="1028700" y="6655199"/>
            <a:ext cx="2305930" cy="2806593"/>
            <a:chOff x="1028700" y="6655199"/>
            <a:chExt cx="2305930" cy="2806593"/>
          </a:xfrm>
        </p:grpSpPr>
        <p:sp>
          <p:nvSpPr>
            <p:cNvPr id="20" name="TextBox 20"/>
            <p:cNvSpPr txBox="1"/>
            <p:nvPr/>
          </p:nvSpPr>
          <p:spPr>
            <a:xfrm>
              <a:off x="1028700" y="9120673"/>
              <a:ext cx="2305930" cy="341119"/>
            </a:xfrm>
            <a:prstGeom prst="rect">
              <a:avLst/>
            </a:prstGeom>
          </p:spPr>
          <p:txBody>
            <a:bodyPr lIns="0" tIns="0" rIns="0" bIns="0" rtlCol="0" anchor="t">
              <a:spAutoFit/>
            </a:bodyPr>
            <a:lstStyle/>
            <a:p>
              <a:pPr algn="ctr">
                <a:lnSpc>
                  <a:spcPts val="2800"/>
                </a:lnSpc>
              </a:pPr>
              <a:r>
                <a:rPr lang="en-US" sz="2000" dirty="0">
                  <a:solidFill>
                    <a:srgbClr val="000000"/>
                  </a:solidFill>
                  <a:latin typeface="Poppins Medium"/>
                </a:rPr>
                <a:t>PICTURE</a:t>
              </a:r>
            </a:p>
          </p:txBody>
        </p:sp>
        <p:grpSp>
          <p:nvGrpSpPr>
            <p:cNvPr id="27" name="Group 27"/>
            <p:cNvGrpSpPr>
              <a:grpSpLocks noChangeAspect="1"/>
            </p:cNvGrpSpPr>
            <p:nvPr/>
          </p:nvGrpSpPr>
          <p:grpSpPr>
            <a:xfrm>
              <a:off x="1028700" y="6655199"/>
              <a:ext cx="2305694" cy="2305685"/>
              <a:chOff x="0" y="0"/>
              <a:chExt cx="6350000" cy="6349975"/>
            </a:xfrm>
          </p:grpSpPr>
          <p:sp>
            <p:nvSpPr>
              <p:cNvPr id="28" name="Freeform 28"/>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000000">
                  <a:alpha val="0"/>
                </a:srgbClr>
              </a:solidFill>
              <a:ln w="12700">
                <a:solidFill>
                  <a:srgbClr val="000000"/>
                </a:solidFill>
              </a:ln>
            </p:spPr>
            <p:txBody>
              <a:bodyPr/>
              <a:lstStyle/>
              <a:p>
                <a:endParaRPr lang="en-IN"/>
              </a:p>
            </p:txBody>
          </p:sp>
        </p:grpSp>
      </p:grpSp>
      <p:sp>
        <p:nvSpPr>
          <p:cNvPr id="36" name="TextBox 36"/>
          <p:cNvSpPr txBox="1"/>
          <p:nvPr/>
        </p:nvSpPr>
        <p:spPr>
          <a:xfrm>
            <a:off x="998376" y="3371549"/>
            <a:ext cx="8115300" cy="1371600"/>
          </a:xfrm>
          <a:prstGeom prst="rect">
            <a:avLst/>
          </a:prstGeom>
        </p:spPr>
        <p:txBody>
          <a:bodyPr lIns="0" tIns="0" rIns="0" bIns="0" rtlCol="0" anchor="t">
            <a:spAutoFit/>
          </a:bodyPr>
          <a:lstStyle/>
          <a:p>
            <a:pPr>
              <a:lnSpc>
                <a:spcPts val="9900"/>
              </a:lnSpc>
            </a:pPr>
            <a:r>
              <a:rPr lang="en-US" sz="9000" dirty="0">
                <a:solidFill>
                  <a:srgbClr val="060644"/>
                </a:solidFill>
                <a:latin typeface="Poppins Bold"/>
              </a:rPr>
              <a:t>Project Title</a:t>
            </a:r>
          </a:p>
        </p:txBody>
      </p:sp>
      <p:sp>
        <p:nvSpPr>
          <p:cNvPr id="38" name="TextBox 38"/>
          <p:cNvSpPr txBox="1"/>
          <p:nvPr/>
        </p:nvSpPr>
        <p:spPr>
          <a:xfrm>
            <a:off x="1028700" y="5301631"/>
            <a:ext cx="11315700" cy="682174"/>
          </a:xfrm>
          <a:prstGeom prst="rect">
            <a:avLst/>
          </a:prstGeom>
        </p:spPr>
        <p:txBody>
          <a:bodyPr wrap="square" lIns="0" tIns="0" rIns="0" bIns="0" rtlCol="0" anchor="t">
            <a:spAutoFit/>
          </a:bodyPr>
          <a:lstStyle/>
          <a:p>
            <a:pPr>
              <a:lnSpc>
                <a:spcPts val="5599"/>
              </a:lnSpc>
              <a:spcBef>
                <a:spcPct val="0"/>
              </a:spcBef>
            </a:pPr>
            <a:r>
              <a:rPr lang="en-US" sz="3999" spc="879" dirty="0">
                <a:solidFill>
                  <a:srgbClr val="000000"/>
                </a:solidFill>
                <a:latin typeface="Poppins Medium"/>
              </a:rPr>
              <a:t>YOUR NAME :</a:t>
            </a:r>
          </a:p>
        </p:txBody>
      </p:sp>
      <p:pic>
        <p:nvPicPr>
          <p:cNvPr id="1028" name="Picture 4">
            <a:extLst>
              <a:ext uri="{FF2B5EF4-FFF2-40B4-BE49-F238E27FC236}">
                <a16:creationId xmlns:a16="http://schemas.microsoft.com/office/drawing/2014/main" id="{3F0487E2-5C6D-EDCD-9335-AC3BBE9DEE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2529" y="448268"/>
            <a:ext cx="7484853" cy="205833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36">
            <a:extLst>
              <a:ext uri="{FF2B5EF4-FFF2-40B4-BE49-F238E27FC236}">
                <a16:creationId xmlns:a16="http://schemas.microsoft.com/office/drawing/2014/main" id="{6783B116-1AB2-B215-C65A-F413EAB8037F}"/>
              </a:ext>
            </a:extLst>
          </p:cNvPr>
          <p:cNvSpPr txBox="1"/>
          <p:nvPr/>
        </p:nvSpPr>
        <p:spPr>
          <a:xfrm>
            <a:off x="998376" y="2001432"/>
            <a:ext cx="7078824" cy="1078052"/>
          </a:xfrm>
          <a:prstGeom prst="rect">
            <a:avLst/>
          </a:prstGeom>
        </p:spPr>
        <p:txBody>
          <a:bodyPr wrap="square" lIns="0" tIns="0" rIns="0" bIns="0" rtlCol="0" anchor="t">
            <a:spAutoFit/>
          </a:bodyPr>
          <a:lstStyle/>
          <a:p>
            <a:pPr>
              <a:lnSpc>
                <a:spcPts val="9900"/>
              </a:lnSpc>
            </a:pPr>
            <a:r>
              <a:rPr lang="en-US" sz="4000" dirty="0">
                <a:solidFill>
                  <a:srgbClr val="060644"/>
                </a:solidFill>
                <a:latin typeface="BankGothic Md BT" panose="020B0807020203060204" pitchFamily="34" charset="0"/>
              </a:rPr>
              <a:t>REMOTE INTERNSHIP</a:t>
            </a:r>
          </a:p>
        </p:txBody>
      </p:sp>
      <p:sp>
        <p:nvSpPr>
          <p:cNvPr id="18" name="TextBox 38">
            <a:extLst>
              <a:ext uri="{FF2B5EF4-FFF2-40B4-BE49-F238E27FC236}">
                <a16:creationId xmlns:a16="http://schemas.microsoft.com/office/drawing/2014/main" id="{13AB678F-7B1E-91A2-D4F3-85BD2163629E}"/>
              </a:ext>
            </a:extLst>
          </p:cNvPr>
          <p:cNvSpPr txBox="1"/>
          <p:nvPr/>
        </p:nvSpPr>
        <p:spPr>
          <a:xfrm>
            <a:off x="9113676" y="7754806"/>
            <a:ext cx="11315700" cy="2104166"/>
          </a:xfrm>
          <a:prstGeom prst="rect">
            <a:avLst/>
          </a:prstGeom>
        </p:spPr>
        <p:txBody>
          <a:bodyPr wrap="square" lIns="0" tIns="0" rIns="0" bIns="0" rtlCol="0" anchor="t">
            <a:spAutoFit/>
          </a:bodyPr>
          <a:lstStyle/>
          <a:p>
            <a:pPr>
              <a:lnSpc>
                <a:spcPts val="5599"/>
              </a:lnSpc>
              <a:spcBef>
                <a:spcPct val="0"/>
              </a:spcBef>
            </a:pPr>
            <a:r>
              <a:rPr lang="en-US" sz="3600" b="1" spc="879" dirty="0">
                <a:solidFill>
                  <a:srgbClr val="000000"/>
                </a:solidFill>
                <a:latin typeface="Poppins Medium"/>
              </a:rPr>
              <a:t>Duration of Internship:</a:t>
            </a:r>
          </a:p>
          <a:p>
            <a:pPr>
              <a:lnSpc>
                <a:spcPts val="5599"/>
              </a:lnSpc>
              <a:spcBef>
                <a:spcPct val="0"/>
              </a:spcBef>
            </a:pPr>
            <a:r>
              <a:rPr lang="en-US" sz="3400" u="sng" spc="879">
                <a:solidFill>
                  <a:srgbClr val="000000"/>
                </a:solidFill>
                <a:latin typeface="Poppins" panose="00000500000000000000" pitchFamily="2" charset="0"/>
                <a:cs typeface="Poppins" panose="00000500000000000000" pitchFamily="2" charset="0"/>
              </a:rPr>
              <a:t>Start Date:</a:t>
            </a:r>
            <a:endParaRPr lang="en-US" sz="3400" u="sng" spc="879" dirty="0">
              <a:solidFill>
                <a:srgbClr val="000000"/>
              </a:solidFill>
              <a:latin typeface="Poppins" panose="00000500000000000000" pitchFamily="2" charset="0"/>
              <a:cs typeface="Poppins" panose="00000500000000000000" pitchFamily="2" charset="0"/>
            </a:endParaRPr>
          </a:p>
          <a:p>
            <a:pPr>
              <a:lnSpc>
                <a:spcPts val="5599"/>
              </a:lnSpc>
              <a:spcBef>
                <a:spcPct val="0"/>
              </a:spcBef>
            </a:pPr>
            <a:r>
              <a:rPr lang="en-US" sz="3400" u="sng" spc="879" dirty="0">
                <a:solidFill>
                  <a:srgbClr val="000000"/>
                </a:solidFill>
                <a:latin typeface="Poppins" panose="00000500000000000000" pitchFamily="2" charset="0"/>
                <a:cs typeface="Poppins" panose="00000500000000000000" pitchFamily="2" charset="0"/>
              </a:rPr>
              <a:t>End 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022012"/>
            <a:ext cx="11163300" cy="642484"/>
          </a:xfrm>
          <a:prstGeom prst="rect">
            <a:avLst/>
          </a:prstGeom>
        </p:spPr>
        <p:txBody>
          <a:bodyPr wrap="square" lIns="0" tIns="0" rIns="0" bIns="0" rtlCol="0" anchor="t">
            <a:spAutoFit/>
          </a:bodyPr>
          <a:lstStyle/>
          <a:p>
            <a:pPr>
              <a:lnSpc>
                <a:spcPts val="4950"/>
              </a:lnSpc>
            </a:pPr>
            <a:r>
              <a:rPr lang="en-US" sz="4500" dirty="0">
                <a:solidFill>
                  <a:srgbClr val="000000"/>
                </a:solidFill>
                <a:latin typeface="Poppins Medium Bold"/>
              </a:rPr>
              <a:t>EXECUTIVE SUMMARY OF THE PROJECT:</a:t>
            </a:r>
          </a:p>
        </p:txBody>
      </p:sp>
      <p:sp>
        <p:nvSpPr>
          <p:cNvPr id="3" name="TextBox 3"/>
          <p:cNvSpPr txBox="1"/>
          <p:nvPr/>
        </p:nvSpPr>
        <p:spPr>
          <a:xfrm>
            <a:off x="1028700" y="1541317"/>
            <a:ext cx="5409129" cy="478790"/>
          </a:xfrm>
          <a:prstGeom prst="rect">
            <a:avLst/>
          </a:prstGeom>
        </p:spPr>
        <p:txBody>
          <a:bodyPr lIns="0" tIns="0" rIns="0" bIns="0" rtlCol="0" anchor="t">
            <a:spAutoFit/>
          </a:bodyPr>
          <a:lstStyle/>
          <a:p>
            <a:pPr>
              <a:lnSpc>
                <a:spcPts val="3519"/>
              </a:lnSpc>
            </a:pPr>
            <a:r>
              <a:rPr lang="en-US" sz="3199">
                <a:solidFill>
                  <a:srgbClr val="000000"/>
                </a:solidFill>
                <a:latin typeface="Poppins"/>
              </a:rPr>
              <a:t>PROJECT TITLE</a:t>
            </a:r>
          </a:p>
        </p:txBody>
      </p:sp>
      <p:sp>
        <p:nvSpPr>
          <p:cNvPr id="4" name="TextBox 4"/>
          <p:cNvSpPr txBox="1"/>
          <p:nvPr/>
        </p:nvSpPr>
        <p:spPr>
          <a:xfrm>
            <a:off x="1028700" y="2877357"/>
            <a:ext cx="12380734" cy="410369"/>
          </a:xfrm>
          <a:prstGeom prst="rect">
            <a:avLst/>
          </a:prstGeom>
        </p:spPr>
        <p:txBody>
          <a:bodyPr wrap="square" lIns="0" tIns="0" rIns="0" bIns="0" rtlCol="0" anchor="t">
            <a:spAutoFit/>
          </a:bodyPr>
          <a:lstStyle/>
          <a:p>
            <a:pPr algn="just">
              <a:lnSpc>
                <a:spcPts val="3240"/>
              </a:lnSpc>
            </a:pPr>
            <a:r>
              <a:rPr lang="en-US" sz="2700" dirty="0">
                <a:solidFill>
                  <a:srgbClr val="000000"/>
                </a:solidFill>
                <a:latin typeface="Poppins"/>
              </a:rPr>
              <a:t>This paragraph must contain the executive summary of the project. </a:t>
            </a:r>
          </a:p>
        </p:txBody>
      </p:sp>
      <p:grpSp>
        <p:nvGrpSpPr>
          <p:cNvPr id="5" name="Group 5"/>
          <p:cNvGrpSpPr/>
          <p:nvPr/>
        </p:nvGrpSpPr>
        <p:grpSpPr>
          <a:xfrm rot="-10800000">
            <a:off x="16260169" y="0"/>
            <a:ext cx="4055662" cy="3421800"/>
            <a:chOff x="0" y="0"/>
            <a:chExt cx="812800" cy="685767"/>
          </a:xfrm>
        </p:grpSpPr>
        <p:sp>
          <p:nvSpPr>
            <p:cNvPr id="6" name="Freeform 6"/>
            <p:cNvSpPr/>
            <p:nvPr/>
          </p:nvSpPr>
          <p:spPr>
            <a:xfrm>
              <a:off x="0" y="0"/>
              <a:ext cx="812800" cy="685767"/>
            </a:xfrm>
            <a:custGeom>
              <a:avLst/>
              <a:gdLst/>
              <a:ahLst/>
              <a:cxnLst/>
              <a:rect l="l" t="t" r="r" b="b"/>
              <a:pathLst>
                <a:path w="812800" h="685767">
                  <a:moveTo>
                    <a:pt x="406400" y="0"/>
                  </a:moveTo>
                  <a:lnTo>
                    <a:pt x="812800" y="685767"/>
                  </a:lnTo>
                  <a:lnTo>
                    <a:pt x="0" y="685767"/>
                  </a:lnTo>
                  <a:lnTo>
                    <a:pt x="406400" y="0"/>
                  </a:lnTo>
                  <a:close/>
                </a:path>
              </a:pathLst>
            </a:custGeom>
            <a:solidFill>
              <a:srgbClr val="060644"/>
            </a:solidFill>
          </p:spPr>
          <p:txBody>
            <a:bodyPr/>
            <a:lstStyle/>
            <a:p>
              <a:endParaRPr lang="en-IN"/>
            </a:p>
          </p:txBody>
        </p:sp>
        <p:sp>
          <p:nvSpPr>
            <p:cNvPr id="7" name="TextBox 7"/>
            <p:cNvSpPr txBox="1"/>
            <p:nvPr/>
          </p:nvSpPr>
          <p:spPr>
            <a:xfrm>
              <a:off x="127000" y="263525"/>
              <a:ext cx="558800" cy="396875"/>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rot="1744249">
            <a:off x="16814395" y="2072951"/>
            <a:ext cx="2208710" cy="14588015"/>
            <a:chOff x="0" y="0"/>
            <a:chExt cx="581718" cy="3842111"/>
          </a:xfrm>
        </p:grpSpPr>
        <p:sp>
          <p:nvSpPr>
            <p:cNvPr id="12" name="Freeform 12"/>
            <p:cNvSpPr/>
            <p:nvPr/>
          </p:nvSpPr>
          <p:spPr>
            <a:xfrm>
              <a:off x="0" y="0"/>
              <a:ext cx="581718" cy="3842111"/>
            </a:xfrm>
            <a:custGeom>
              <a:avLst/>
              <a:gdLst/>
              <a:ahLst/>
              <a:cxnLst/>
              <a:rect l="l" t="t" r="r" b="b"/>
              <a:pathLst>
                <a:path w="581718" h="3842111">
                  <a:moveTo>
                    <a:pt x="0" y="0"/>
                  </a:moveTo>
                  <a:lnTo>
                    <a:pt x="581718" y="0"/>
                  </a:lnTo>
                  <a:lnTo>
                    <a:pt x="581718" y="3842111"/>
                  </a:lnTo>
                  <a:lnTo>
                    <a:pt x="0" y="3842111"/>
                  </a:lnTo>
                  <a:close/>
                </a:path>
              </a:pathLst>
            </a:custGeom>
            <a:solidFill>
              <a:srgbClr val="2E2768"/>
            </a:solidFill>
          </p:spPr>
          <p:txBody>
            <a:bodyPr/>
            <a:lstStyle/>
            <a:p>
              <a:endParaRPr lang="en-IN"/>
            </a:p>
          </p:txBody>
        </p:sp>
        <p:sp>
          <p:nvSpPr>
            <p:cNvPr id="13" name="TextBox 13"/>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022012"/>
            <a:ext cx="7106334" cy="685800"/>
          </a:xfrm>
          <a:prstGeom prst="rect">
            <a:avLst/>
          </a:prstGeom>
        </p:spPr>
        <p:txBody>
          <a:bodyPr lIns="0" tIns="0" rIns="0" bIns="0" rtlCol="0" anchor="t">
            <a:spAutoFit/>
          </a:bodyPr>
          <a:lstStyle/>
          <a:p>
            <a:pPr>
              <a:lnSpc>
                <a:spcPts val="4950"/>
              </a:lnSpc>
            </a:pPr>
            <a:r>
              <a:rPr lang="en-US" sz="4500">
                <a:solidFill>
                  <a:srgbClr val="000000"/>
                </a:solidFill>
                <a:latin typeface="Poppins Medium Bold"/>
              </a:rPr>
              <a:t>PROBLEM STATEMENT</a:t>
            </a:r>
          </a:p>
        </p:txBody>
      </p:sp>
      <p:sp>
        <p:nvSpPr>
          <p:cNvPr id="3" name="TextBox 3"/>
          <p:cNvSpPr txBox="1"/>
          <p:nvPr/>
        </p:nvSpPr>
        <p:spPr>
          <a:xfrm>
            <a:off x="1028700" y="1541317"/>
            <a:ext cx="5409129" cy="478790"/>
          </a:xfrm>
          <a:prstGeom prst="rect">
            <a:avLst/>
          </a:prstGeom>
        </p:spPr>
        <p:txBody>
          <a:bodyPr lIns="0" tIns="0" rIns="0" bIns="0" rtlCol="0" anchor="t">
            <a:spAutoFit/>
          </a:bodyPr>
          <a:lstStyle/>
          <a:p>
            <a:pPr>
              <a:lnSpc>
                <a:spcPts val="3519"/>
              </a:lnSpc>
            </a:pPr>
            <a:r>
              <a:rPr lang="en-US" sz="3199">
                <a:solidFill>
                  <a:srgbClr val="000000"/>
                </a:solidFill>
                <a:latin typeface="Poppins"/>
              </a:rPr>
              <a:t>PROJECT TITLE</a:t>
            </a:r>
          </a:p>
        </p:txBody>
      </p:sp>
      <p:sp>
        <p:nvSpPr>
          <p:cNvPr id="4" name="TextBox 4"/>
          <p:cNvSpPr txBox="1"/>
          <p:nvPr/>
        </p:nvSpPr>
        <p:spPr>
          <a:xfrm>
            <a:off x="1028700" y="2877357"/>
            <a:ext cx="12380734" cy="1641475"/>
          </a:xfrm>
          <a:prstGeom prst="rect">
            <a:avLst/>
          </a:prstGeom>
        </p:spPr>
        <p:txBody>
          <a:bodyPr wrap="square" lIns="0" tIns="0" rIns="0" bIns="0" rtlCol="0" anchor="t">
            <a:spAutoFit/>
          </a:bodyPr>
          <a:lstStyle/>
          <a:p>
            <a:pPr algn="just">
              <a:lnSpc>
                <a:spcPts val="3240"/>
              </a:lnSpc>
            </a:pPr>
            <a:r>
              <a:rPr lang="en-US" sz="2700" dirty="0">
                <a:solidFill>
                  <a:srgbClr val="000000"/>
                </a:solidFill>
                <a:latin typeface="Poppins"/>
              </a:rPr>
              <a:t>This paragraph must contain the chosen problem statement by the Intern. </a:t>
            </a:r>
            <a:br>
              <a:rPr lang="en-US" sz="2700" dirty="0">
                <a:solidFill>
                  <a:srgbClr val="000000"/>
                </a:solidFill>
                <a:latin typeface="Poppins"/>
              </a:rPr>
            </a:br>
            <a:br>
              <a:rPr lang="en-US" sz="2700" dirty="0">
                <a:solidFill>
                  <a:srgbClr val="000000"/>
                </a:solidFill>
                <a:latin typeface="Poppins"/>
              </a:rPr>
            </a:br>
            <a:r>
              <a:rPr lang="en-US" sz="2700" dirty="0">
                <a:solidFill>
                  <a:srgbClr val="000000"/>
                </a:solidFill>
                <a:latin typeface="Poppins"/>
              </a:rPr>
              <a:t>Write the problem statement in 100 to 150 words.</a:t>
            </a:r>
          </a:p>
        </p:txBody>
      </p:sp>
      <p:grpSp>
        <p:nvGrpSpPr>
          <p:cNvPr id="5" name="Group 5"/>
          <p:cNvGrpSpPr/>
          <p:nvPr/>
        </p:nvGrpSpPr>
        <p:grpSpPr>
          <a:xfrm rot="-10800000">
            <a:off x="16260169" y="0"/>
            <a:ext cx="4055662" cy="3421800"/>
            <a:chOff x="0" y="0"/>
            <a:chExt cx="812800" cy="685767"/>
          </a:xfrm>
        </p:grpSpPr>
        <p:sp>
          <p:nvSpPr>
            <p:cNvPr id="6" name="Freeform 6"/>
            <p:cNvSpPr/>
            <p:nvPr/>
          </p:nvSpPr>
          <p:spPr>
            <a:xfrm>
              <a:off x="0" y="0"/>
              <a:ext cx="812800" cy="685767"/>
            </a:xfrm>
            <a:custGeom>
              <a:avLst/>
              <a:gdLst/>
              <a:ahLst/>
              <a:cxnLst/>
              <a:rect l="l" t="t" r="r" b="b"/>
              <a:pathLst>
                <a:path w="812800" h="685767">
                  <a:moveTo>
                    <a:pt x="406400" y="0"/>
                  </a:moveTo>
                  <a:lnTo>
                    <a:pt x="812800" y="685767"/>
                  </a:lnTo>
                  <a:lnTo>
                    <a:pt x="0" y="685767"/>
                  </a:lnTo>
                  <a:lnTo>
                    <a:pt x="406400" y="0"/>
                  </a:lnTo>
                  <a:close/>
                </a:path>
              </a:pathLst>
            </a:custGeom>
            <a:solidFill>
              <a:srgbClr val="060644"/>
            </a:solidFill>
          </p:spPr>
          <p:txBody>
            <a:bodyPr/>
            <a:lstStyle/>
            <a:p>
              <a:endParaRPr lang="en-IN"/>
            </a:p>
          </p:txBody>
        </p:sp>
        <p:sp>
          <p:nvSpPr>
            <p:cNvPr id="7" name="TextBox 7"/>
            <p:cNvSpPr txBox="1"/>
            <p:nvPr/>
          </p:nvSpPr>
          <p:spPr>
            <a:xfrm>
              <a:off x="127000" y="263525"/>
              <a:ext cx="558800" cy="396875"/>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rot="1744249">
            <a:off x="16814395" y="2072951"/>
            <a:ext cx="2208710" cy="14588015"/>
            <a:chOff x="0" y="0"/>
            <a:chExt cx="581718" cy="3842111"/>
          </a:xfrm>
        </p:grpSpPr>
        <p:sp>
          <p:nvSpPr>
            <p:cNvPr id="12" name="Freeform 12"/>
            <p:cNvSpPr/>
            <p:nvPr/>
          </p:nvSpPr>
          <p:spPr>
            <a:xfrm>
              <a:off x="0" y="0"/>
              <a:ext cx="581718" cy="3842111"/>
            </a:xfrm>
            <a:custGeom>
              <a:avLst/>
              <a:gdLst/>
              <a:ahLst/>
              <a:cxnLst/>
              <a:rect l="l" t="t" r="r" b="b"/>
              <a:pathLst>
                <a:path w="581718" h="3842111">
                  <a:moveTo>
                    <a:pt x="0" y="0"/>
                  </a:moveTo>
                  <a:lnTo>
                    <a:pt x="581718" y="0"/>
                  </a:lnTo>
                  <a:lnTo>
                    <a:pt x="581718" y="3842111"/>
                  </a:lnTo>
                  <a:lnTo>
                    <a:pt x="0" y="3842111"/>
                  </a:lnTo>
                  <a:close/>
                </a:path>
              </a:pathLst>
            </a:custGeom>
            <a:solidFill>
              <a:srgbClr val="2E2768"/>
            </a:solidFill>
          </p:spPr>
          <p:txBody>
            <a:bodyPr/>
            <a:lstStyle/>
            <a:p>
              <a:endParaRPr lang="en-IN"/>
            </a:p>
          </p:txBody>
        </p:sp>
        <p:sp>
          <p:nvSpPr>
            <p:cNvPr id="13" name="TextBox 13"/>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749769">
            <a:off x="16643454" y="-1695432"/>
            <a:ext cx="1433483" cy="8792192"/>
            <a:chOff x="0" y="0"/>
            <a:chExt cx="377543" cy="2315639"/>
          </a:xfrm>
        </p:grpSpPr>
        <p:sp>
          <p:nvSpPr>
            <p:cNvPr id="3" name="Freeform 3"/>
            <p:cNvSpPr/>
            <p:nvPr/>
          </p:nvSpPr>
          <p:spPr>
            <a:xfrm>
              <a:off x="0" y="0"/>
              <a:ext cx="377543" cy="2315639"/>
            </a:xfrm>
            <a:custGeom>
              <a:avLst/>
              <a:gdLst/>
              <a:ahLst/>
              <a:cxnLst/>
              <a:rect l="l" t="t" r="r" b="b"/>
              <a:pathLst>
                <a:path w="377543" h="2315639">
                  <a:moveTo>
                    <a:pt x="0" y="0"/>
                  </a:moveTo>
                  <a:lnTo>
                    <a:pt x="377543" y="0"/>
                  </a:lnTo>
                  <a:lnTo>
                    <a:pt x="377543" y="2315639"/>
                  </a:lnTo>
                  <a:lnTo>
                    <a:pt x="0" y="2315639"/>
                  </a:lnTo>
                  <a:close/>
                </a:path>
              </a:pathLst>
            </a:custGeom>
            <a:solidFill>
              <a:srgbClr val="060644"/>
            </a:solidFill>
          </p:spPr>
          <p:txBody>
            <a:bodyPr/>
            <a:lstStyle/>
            <a:p>
              <a:endParaRPr lang="en-IN"/>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rot="-2401885">
            <a:off x="17282592" y="4744938"/>
            <a:ext cx="1170531" cy="8792192"/>
            <a:chOff x="0" y="0"/>
            <a:chExt cx="308288" cy="2315639"/>
          </a:xfrm>
        </p:grpSpPr>
        <p:sp>
          <p:nvSpPr>
            <p:cNvPr id="6" name="Freeform 6"/>
            <p:cNvSpPr/>
            <p:nvPr/>
          </p:nvSpPr>
          <p:spPr>
            <a:xfrm>
              <a:off x="0" y="0"/>
              <a:ext cx="308288" cy="2315639"/>
            </a:xfrm>
            <a:custGeom>
              <a:avLst/>
              <a:gdLst/>
              <a:ahLst/>
              <a:cxnLst/>
              <a:rect l="l" t="t" r="r" b="b"/>
              <a:pathLst>
                <a:path w="308288" h="2315639">
                  <a:moveTo>
                    <a:pt x="0" y="0"/>
                  </a:moveTo>
                  <a:lnTo>
                    <a:pt x="308288" y="0"/>
                  </a:lnTo>
                  <a:lnTo>
                    <a:pt x="308288" y="2315639"/>
                  </a:lnTo>
                  <a:lnTo>
                    <a:pt x="0" y="2315639"/>
                  </a:lnTo>
                  <a:close/>
                </a:path>
              </a:pathLst>
            </a:custGeom>
            <a:solidFill>
              <a:srgbClr val="060644"/>
            </a:solidFill>
          </p:spPr>
          <p:txBody>
            <a:bodyPr/>
            <a:lstStyle/>
            <a:p>
              <a:endParaRPr lang="en-IN"/>
            </a:p>
          </p:txBody>
        </p:sp>
        <p:sp>
          <p:nvSpPr>
            <p:cNvPr id="7" name="TextBox 7"/>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rot="1744249">
            <a:off x="17433987" y="-1642156"/>
            <a:ext cx="3145501" cy="14588015"/>
            <a:chOff x="0" y="0"/>
            <a:chExt cx="828445" cy="3842111"/>
          </a:xfrm>
        </p:grpSpPr>
        <p:sp>
          <p:nvSpPr>
            <p:cNvPr id="9" name="Freeform 9"/>
            <p:cNvSpPr/>
            <p:nvPr/>
          </p:nvSpPr>
          <p:spPr>
            <a:xfrm>
              <a:off x="0" y="0"/>
              <a:ext cx="828445" cy="3842111"/>
            </a:xfrm>
            <a:custGeom>
              <a:avLst/>
              <a:gdLst/>
              <a:ahLst/>
              <a:cxnLst/>
              <a:rect l="l" t="t" r="r" b="b"/>
              <a:pathLst>
                <a:path w="828445" h="3842111">
                  <a:moveTo>
                    <a:pt x="0" y="0"/>
                  </a:moveTo>
                  <a:lnTo>
                    <a:pt x="828445" y="0"/>
                  </a:lnTo>
                  <a:lnTo>
                    <a:pt x="828445" y="3842111"/>
                  </a:lnTo>
                  <a:lnTo>
                    <a:pt x="0" y="3842111"/>
                  </a:lnTo>
                  <a:close/>
                </a:path>
              </a:pathLst>
            </a:custGeom>
            <a:solidFill>
              <a:srgbClr val="2E2768"/>
            </a:solidFill>
          </p:spPr>
          <p:txBody>
            <a:bodyPr/>
            <a:lstStyle/>
            <a:p>
              <a:endParaRPr lang="en-IN"/>
            </a:p>
          </p:txBody>
        </p:sp>
        <p:sp>
          <p:nvSpPr>
            <p:cNvPr id="10" name="TextBox 10"/>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
        <p:nvSpPr>
          <p:cNvPr id="11" name="TextBox 11"/>
          <p:cNvSpPr txBox="1"/>
          <p:nvPr/>
        </p:nvSpPr>
        <p:spPr>
          <a:xfrm>
            <a:off x="1028700" y="1509395"/>
            <a:ext cx="8973844" cy="642484"/>
          </a:xfrm>
          <a:prstGeom prst="rect">
            <a:avLst/>
          </a:prstGeom>
        </p:spPr>
        <p:txBody>
          <a:bodyPr wrap="square" lIns="0" tIns="0" rIns="0" bIns="0" rtlCol="0" anchor="t">
            <a:spAutoFit/>
          </a:bodyPr>
          <a:lstStyle/>
          <a:p>
            <a:pPr>
              <a:lnSpc>
                <a:spcPts val="4950"/>
              </a:lnSpc>
            </a:pPr>
            <a:r>
              <a:rPr lang="en-US" sz="4500" dirty="0">
                <a:solidFill>
                  <a:srgbClr val="000000"/>
                </a:solidFill>
                <a:latin typeface="Poppins Medium Bold"/>
              </a:rPr>
              <a:t>WORKFLOW / METHODOLOGY</a:t>
            </a:r>
          </a:p>
        </p:txBody>
      </p:sp>
      <p:sp>
        <p:nvSpPr>
          <p:cNvPr id="12" name="TextBox 12"/>
          <p:cNvSpPr txBox="1"/>
          <p:nvPr/>
        </p:nvSpPr>
        <p:spPr>
          <a:xfrm>
            <a:off x="1028700" y="1028700"/>
            <a:ext cx="5409129" cy="478790"/>
          </a:xfrm>
          <a:prstGeom prst="rect">
            <a:avLst/>
          </a:prstGeom>
        </p:spPr>
        <p:txBody>
          <a:bodyPr lIns="0" tIns="0" rIns="0" bIns="0" rtlCol="0" anchor="t">
            <a:spAutoFit/>
          </a:bodyPr>
          <a:lstStyle/>
          <a:p>
            <a:pPr>
              <a:lnSpc>
                <a:spcPts val="3519"/>
              </a:lnSpc>
            </a:pPr>
            <a:r>
              <a:rPr lang="en-US" sz="3199">
                <a:solidFill>
                  <a:srgbClr val="000000"/>
                </a:solidFill>
                <a:latin typeface="Poppins"/>
              </a:rPr>
              <a:t>PROJECT TITLE</a:t>
            </a:r>
          </a:p>
        </p:txBody>
      </p:sp>
      <p:sp>
        <p:nvSpPr>
          <p:cNvPr id="13" name="TextBox 13"/>
          <p:cNvSpPr txBox="1"/>
          <p:nvPr/>
        </p:nvSpPr>
        <p:spPr>
          <a:xfrm>
            <a:off x="1028700" y="2401553"/>
            <a:ext cx="8973844" cy="1552575"/>
          </a:xfrm>
          <a:prstGeom prst="rect">
            <a:avLst/>
          </a:prstGeom>
        </p:spPr>
        <p:txBody>
          <a:bodyPr lIns="0" tIns="0" rIns="0" bIns="0" rtlCol="0" anchor="t">
            <a:spAutoFit/>
          </a:bodyPr>
          <a:lstStyle/>
          <a:p>
            <a:pPr algn="just">
              <a:lnSpc>
                <a:spcPts val="3000"/>
              </a:lnSpc>
            </a:pPr>
            <a:r>
              <a:rPr lang="en-US" sz="2500" dirty="0">
                <a:solidFill>
                  <a:srgbClr val="000000"/>
                </a:solidFill>
                <a:latin typeface="Poppins"/>
              </a:rPr>
              <a:t>This slide must contain the workflow/methodology of the project. i.e. the sequence of tasks or processes your project goes through to attain the solution. [You can also include a graphic illustration of the workflow]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749769">
            <a:off x="16643454" y="-1695432"/>
            <a:ext cx="1433483" cy="8792192"/>
            <a:chOff x="0" y="0"/>
            <a:chExt cx="377543" cy="2315639"/>
          </a:xfrm>
        </p:grpSpPr>
        <p:sp>
          <p:nvSpPr>
            <p:cNvPr id="3" name="Freeform 3"/>
            <p:cNvSpPr/>
            <p:nvPr/>
          </p:nvSpPr>
          <p:spPr>
            <a:xfrm>
              <a:off x="0" y="0"/>
              <a:ext cx="377543" cy="2315639"/>
            </a:xfrm>
            <a:custGeom>
              <a:avLst/>
              <a:gdLst/>
              <a:ahLst/>
              <a:cxnLst/>
              <a:rect l="l" t="t" r="r" b="b"/>
              <a:pathLst>
                <a:path w="377543" h="2315639">
                  <a:moveTo>
                    <a:pt x="0" y="0"/>
                  </a:moveTo>
                  <a:lnTo>
                    <a:pt x="377543" y="0"/>
                  </a:lnTo>
                  <a:lnTo>
                    <a:pt x="377543" y="2315639"/>
                  </a:lnTo>
                  <a:lnTo>
                    <a:pt x="0" y="2315639"/>
                  </a:lnTo>
                  <a:close/>
                </a:path>
              </a:pathLst>
            </a:custGeom>
            <a:solidFill>
              <a:srgbClr val="060644"/>
            </a:solidFill>
          </p:spPr>
          <p:txBody>
            <a:bodyPr/>
            <a:lstStyle/>
            <a:p>
              <a:endParaRPr lang="en-IN"/>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rot="-2401885">
            <a:off x="17282592" y="4744938"/>
            <a:ext cx="1170531" cy="8792192"/>
            <a:chOff x="0" y="0"/>
            <a:chExt cx="308288" cy="2315639"/>
          </a:xfrm>
        </p:grpSpPr>
        <p:sp>
          <p:nvSpPr>
            <p:cNvPr id="6" name="Freeform 6"/>
            <p:cNvSpPr/>
            <p:nvPr/>
          </p:nvSpPr>
          <p:spPr>
            <a:xfrm>
              <a:off x="0" y="0"/>
              <a:ext cx="308288" cy="2315639"/>
            </a:xfrm>
            <a:custGeom>
              <a:avLst/>
              <a:gdLst/>
              <a:ahLst/>
              <a:cxnLst/>
              <a:rect l="l" t="t" r="r" b="b"/>
              <a:pathLst>
                <a:path w="308288" h="2315639">
                  <a:moveTo>
                    <a:pt x="0" y="0"/>
                  </a:moveTo>
                  <a:lnTo>
                    <a:pt x="308288" y="0"/>
                  </a:lnTo>
                  <a:lnTo>
                    <a:pt x="308288" y="2315639"/>
                  </a:lnTo>
                  <a:lnTo>
                    <a:pt x="0" y="2315639"/>
                  </a:lnTo>
                  <a:close/>
                </a:path>
              </a:pathLst>
            </a:custGeom>
            <a:solidFill>
              <a:srgbClr val="060644"/>
            </a:solidFill>
          </p:spPr>
          <p:txBody>
            <a:bodyPr/>
            <a:lstStyle/>
            <a:p>
              <a:endParaRPr lang="en-IN"/>
            </a:p>
          </p:txBody>
        </p:sp>
        <p:sp>
          <p:nvSpPr>
            <p:cNvPr id="7" name="TextBox 7"/>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rot="1744249">
            <a:off x="17433987" y="-1642156"/>
            <a:ext cx="3145501" cy="14588015"/>
            <a:chOff x="0" y="0"/>
            <a:chExt cx="828445" cy="3842111"/>
          </a:xfrm>
        </p:grpSpPr>
        <p:sp>
          <p:nvSpPr>
            <p:cNvPr id="9" name="Freeform 9"/>
            <p:cNvSpPr/>
            <p:nvPr/>
          </p:nvSpPr>
          <p:spPr>
            <a:xfrm>
              <a:off x="0" y="0"/>
              <a:ext cx="828445" cy="3842111"/>
            </a:xfrm>
            <a:custGeom>
              <a:avLst/>
              <a:gdLst/>
              <a:ahLst/>
              <a:cxnLst/>
              <a:rect l="l" t="t" r="r" b="b"/>
              <a:pathLst>
                <a:path w="828445" h="3842111">
                  <a:moveTo>
                    <a:pt x="0" y="0"/>
                  </a:moveTo>
                  <a:lnTo>
                    <a:pt x="828445" y="0"/>
                  </a:lnTo>
                  <a:lnTo>
                    <a:pt x="828445" y="3842111"/>
                  </a:lnTo>
                  <a:lnTo>
                    <a:pt x="0" y="3842111"/>
                  </a:lnTo>
                  <a:close/>
                </a:path>
              </a:pathLst>
            </a:custGeom>
            <a:solidFill>
              <a:srgbClr val="2E2768"/>
            </a:solidFill>
          </p:spPr>
          <p:txBody>
            <a:bodyPr/>
            <a:lstStyle/>
            <a:p>
              <a:endParaRPr lang="en-IN"/>
            </a:p>
          </p:txBody>
        </p:sp>
        <p:sp>
          <p:nvSpPr>
            <p:cNvPr id="10" name="TextBox 10"/>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
        <p:nvSpPr>
          <p:cNvPr id="11" name="TextBox 11"/>
          <p:cNvSpPr txBox="1"/>
          <p:nvPr/>
        </p:nvSpPr>
        <p:spPr>
          <a:xfrm>
            <a:off x="1028700" y="1509395"/>
            <a:ext cx="10020300" cy="642484"/>
          </a:xfrm>
          <a:prstGeom prst="rect">
            <a:avLst/>
          </a:prstGeom>
        </p:spPr>
        <p:txBody>
          <a:bodyPr wrap="square" lIns="0" tIns="0" rIns="0" bIns="0" rtlCol="0" anchor="t">
            <a:spAutoFit/>
          </a:bodyPr>
          <a:lstStyle/>
          <a:p>
            <a:pPr>
              <a:lnSpc>
                <a:spcPts val="4950"/>
              </a:lnSpc>
            </a:pPr>
            <a:r>
              <a:rPr lang="en-US" sz="4500" dirty="0">
                <a:solidFill>
                  <a:srgbClr val="000000"/>
                </a:solidFill>
                <a:latin typeface="Poppins Medium Bold"/>
              </a:rPr>
              <a:t>INNOVATIVENESS AND UNIQUENESS</a:t>
            </a:r>
          </a:p>
        </p:txBody>
      </p:sp>
      <p:sp>
        <p:nvSpPr>
          <p:cNvPr id="12" name="TextBox 12"/>
          <p:cNvSpPr txBox="1"/>
          <p:nvPr/>
        </p:nvSpPr>
        <p:spPr>
          <a:xfrm>
            <a:off x="1028700" y="1028700"/>
            <a:ext cx="5409129" cy="478790"/>
          </a:xfrm>
          <a:prstGeom prst="rect">
            <a:avLst/>
          </a:prstGeom>
        </p:spPr>
        <p:txBody>
          <a:bodyPr lIns="0" tIns="0" rIns="0" bIns="0" rtlCol="0" anchor="t">
            <a:spAutoFit/>
          </a:bodyPr>
          <a:lstStyle/>
          <a:p>
            <a:pPr>
              <a:lnSpc>
                <a:spcPts val="3519"/>
              </a:lnSpc>
            </a:pPr>
            <a:r>
              <a:rPr lang="en-US" sz="3199">
                <a:solidFill>
                  <a:srgbClr val="000000"/>
                </a:solidFill>
                <a:latin typeface="Poppins"/>
              </a:rPr>
              <a:t>PROJECT TITLE</a:t>
            </a:r>
          </a:p>
        </p:txBody>
      </p:sp>
      <p:sp>
        <p:nvSpPr>
          <p:cNvPr id="13" name="TextBox 13"/>
          <p:cNvSpPr txBox="1"/>
          <p:nvPr/>
        </p:nvSpPr>
        <p:spPr>
          <a:xfrm>
            <a:off x="1028699" y="2401553"/>
            <a:ext cx="13059335" cy="1923604"/>
          </a:xfrm>
          <a:prstGeom prst="rect">
            <a:avLst/>
          </a:prstGeom>
        </p:spPr>
        <p:txBody>
          <a:bodyPr wrap="square" lIns="0" tIns="0" rIns="0" bIns="0" rtlCol="0" anchor="t">
            <a:spAutoFit/>
          </a:bodyPr>
          <a:lstStyle/>
          <a:p>
            <a:r>
              <a:rPr lang="en-US" sz="2500" dirty="0">
                <a:latin typeface="Poppins" panose="00000500000000000000" pitchFamily="2" charset="0"/>
                <a:cs typeface="Poppins" panose="00000500000000000000" pitchFamily="2" charset="0"/>
              </a:rPr>
              <a:t>This slide must explain why you have chosen this problem statement, what your solution offers that existing solutions lack, what makes your project unique, and what thoughts you've implemented in the project to provide a solution to your problem statement.</a:t>
            </a:r>
          </a:p>
          <a:p>
            <a:pPr algn="just">
              <a:lnSpc>
                <a:spcPts val="3000"/>
              </a:lnSpc>
            </a:pPr>
            <a:endParaRPr lang="en-US" sz="2500" dirty="0">
              <a:solidFill>
                <a:srgbClr val="000000"/>
              </a:solidFill>
              <a:latin typeface="Poppins" panose="00000500000000000000" pitchFamily="2" charset="0"/>
              <a:cs typeface="Poppins" panose="000005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663534" y="-2057400"/>
            <a:ext cx="6624466" cy="3086100"/>
            <a:chOff x="0" y="0"/>
            <a:chExt cx="1744715" cy="812800"/>
          </a:xfrm>
        </p:grpSpPr>
        <p:sp>
          <p:nvSpPr>
            <p:cNvPr id="3" name="Freeform 3"/>
            <p:cNvSpPr/>
            <p:nvPr/>
          </p:nvSpPr>
          <p:spPr>
            <a:xfrm>
              <a:off x="0" y="0"/>
              <a:ext cx="1744715" cy="812800"/>
            </a:xfrm>
            <a:custGeom>
              <a:avLst/>
              <a:gdLst/>
              <a:ahLst/>
              <a:cxnLst/>
              <a:rect l="l" t="t" r="r" b="b"/>
              <a:pathLst>
                <a:path w="1744715" h="812800">
                  <a:moveTo>
                    <a:pt x="0" y="0"/>
                  </a:moveTo>
                  <a:lnTo>
                    <a:pt x="1744715" y="0"/>
                  </a:lnTo>
                  <a:lnTo>
                    <a:pt x="1744715" y="812800"/>
                  </a:lnTo>
                  <a:lnTo>
                    <a:pt x="0" y="812800"/>
                  </a:lnTo>
                  <a:close/>
                </a:path>
              </a:pathLst>
            </a:custGeom>
            <a:solidFill>
              <a:srgbClr val="060644"/>
            </a:solidFill>
          </p:spPr>
          <p:txBody>
            <a:bodyPr/>
            <a:lstStyle/>
            <a:p>
              <a:endParaRPr lang="en-IN"/>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0" y="9258300"/>
            <a:ext cx="6624466" cy="3086100"/>
            <a:chOff x="0" y="0"/>
            <a:chExt cx="1744715" cy="812800"/>
          </a:xfrm>
        </p:grpSpPr>
        <p:sp>
          <p:nvSpPr>
            <p:cNvPr id="6" name="Freeform 6"/>
            <p:cNvSpPr/>
            <p:nvPr/>
          </p:nvSpPr>
          <p:spPr>
            <a:xfrm>
              <a:off x="0" y="0"/>
              <a:ext cx="1744715" cy="812800"/>
            </a:xfrm>
            <a:custGeom>
              <a:avLst/>
              <a:gdLst/>
              <a:ahLst/>
              <a:cxnLst/>
              <a:rect l="l" t="t" r="r" b="b"/>
              <a:pathLst>
                <a:path w="1744715" h="812800">
                  <a:moveTo>
                    <a:pt x="0" y="0"/>
                  </a:moveTo>
                  <a:lnTo>
                    <a:pt x="1744715" y="0"/>
                  </a:lnTo>
                  <a:lnTo>
                    <a:pt x="1744715" y="812800"/>
                  </a:lnTo>
                  <a:lnTo>
                    <a:pt x="0" y="812800"/>
                  </a:lnTo>
                  <a:close/>
                </a:path>
              </a:pathLst>
            </a:custGeom>
            <a:solidFill>
              <a:srgbClr val="060644"/>
            </a:solidFill>
          </p:spPr>
          <p:txBody>
            <a:bodyPr/>
            <a:lstStyle/>
            <a:p>
              <a:endParaRPr lang="en-IN"/>
            </a:p>
          </p:txBody>
        </p:sp>
        <p:sp>
          <p:nvSpPr>
            <p:cNvPr id="7" name="TextBox 7"/>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
        <p:nvSpPr>
          <p:cNvPr id="8" name="TextBox 8"/>
          <p:cNvSpPr txBox="1"/>
          <p:nvPr/>
        </p:nvSpPr>
        <p:spPr>
          <a:xfrm>
            <a:off x="1028700" y="2166619"/>
            <a:ext cx="7962900" cy="642484"/>
          </a:xfrm>
          <a:prstGeom prst="rect">
            <a:avLst/>
          </a:prstGeom>
        </p:spPr>
        <p:txBody>
          <a:bodyPr wrap="square" lIns="0" tIns="0" rIns="0" bIns="0" rtlCol="0" anchor="t">
            <a:spAutoFit/>
          </a:bodyPr>
          <a:lstStyle/>
          <a:p>
            <a:pPr>
              <a:lnSpc>
                <a:spcPts val="4950"/>
              </a:lnSpc>
            </a:pPr>
            <a:r>
              <a:rPr lang="en-US" sz="4500" dirty="0">
                <a:solidFill>
                  <a:srgbClr val="000000"/>
                </a:solidFill>
                <a:latin typeface="Poppins Medium Bold"/>
              </a:rPr>
              <a:t>SCOPE AND SCALABILITY</a:t>
            </a:r>
          </a:p>
        </p:txBody>
      </p:sp>
      <p:sp>
        <p:nvSpPr>
          <p:cNvPr id="9" name="TextBox 9"/>
          <p:cNvSpPr txBox="1"/>
          <p:nvPr/>
        </p:nvSpPr>
        <p:spPr>
          <a:xfrm>
            <a:off x="1028700" y="1685924"/>
            <a:ext cx="5409129" cy="478790"/>
          </a:xfrm>
          <a:prstGeom prst="rect">
            <a:avLst/>
          </a:prstGeom>
        </p:spPr>
        <p:txBody>
          <a:bodyPr lIns="0" tIns="0" rIns="0" bIns="0" rtlCol="0" anchor="t">
            <a:spAutoFit/>
          </a:bodyPr>
          <a:lstStyle/>
          <a:p>
            <a:pPr>
              <a:lnSpc>
                <a:spcPts val="3519"/>
              </a:lnSpc>
            </a:pPr>
            <a:r>
              <a:rPr lang="en-US" sz="3199">
                <a:solidFill>
                  <a:srgbClr val="000000"/>
                </a:solidFill>
                <a:latin typeface="Poppins"/>
              </a:rPr>
              <a:t>PROJECT TITLE</a:t>
            </a:r>
          </a:p>
        </p:txBody>
      </p:sp>
      <p:sp>
        <p:nvSpPr>
          <p:cNvPr id="10" name="TextBox 10"/>
          <p:cNvSpPr txBox="1"/>
          <p:nvPr/>
        </p:nvSpPr>
        <p:spPr>
          <a:xfrm>
            <a:off x="1028700" y="2928620"/>
            <a:ext cx="16230600" cy="1257300"/>
          </a:xfrm>
          <a:prstGeom prst="rect">
            <a:avLst/>
          </a:prstGeom>
        </p:spPr>
        <p:txBody>
          <a:bodyPr lIns="0" tIns="0" rIns="0" bIns="0" rtlCol="0" anchor="t">
            <a:spAutoFit/>
          </a:bodyPr>
          <a:lstStyle/>
          <a:p>
            <a:pPr algn="just">
              <a:lnSpc>
                <a:spcPts val="3240"/>
              </a:lnSpc>
            </a:pPr>
            <a:r>
              <a:rPr lang="en-US" sz="2700">
                <a:solidFill>
                  <a:srgbClr val="000000"/>
                </a:solidFill>
                <a:latin typeface="Poppins"/>
              </a:rPr>
              <a:t>This slide must explain what are the major scopes to your project, what is the level of scalability of your project, what are the impacts your project can induce and how can it be upgraded and updated in the future.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663534" y="-2057400"/>
            <a:ext cx="6624466" cy="3086100"/>
            <a:chOff x="0" y="0"/>
            <a:chExt cx="1744715" cy="812800"/>
          </a:xfrm>
        </p:grpSpPr>
        <p:sp>
          <p:nvSpPr>
            <p:cNvPr id="3" name="Freeform 3"/>
            <p:cNvSpPr/>
            <p:nvPr/>
          </p:nvSpPr>
          <p:spPr>
            <a:xfrm>
              <a:off x="0" y="0"/>
              <a:ext cx="1744715" cy="812800"/>
            </a:xfrm>
            <a:custGeom>
              <a:avLst/>
              <a:gdLst/>
              <a:ahLst/>
              <a:cxnLst/>
              <a:rect l="l" t="t" r="r" b="b"/>
              <a:pathLst>
                <a:path w="1744715" h="812800">
                  <a:moveTo>
                    <a:pt x="0" y="0"/>
                  </a:moveTo>
                  <a:lnTo>
                    <a:pt x="1744715" y="0"/>
                  </a:lnTo>
                  <a:lnTo>
                    <a:pt x="1744715" y="812800"/>
                  </a:lnTo>
                  <a:lnTo>
                    <a:pt x="0" y="812800"/>
                  </a:lnTo>
                  <a:close/>
                </a:path>
              </a:pathLst>
            </a:custGeom>
            <a:solidFill>
              <a:srgbClr val="060644"/>
            </a:solidFill>
          </p:spPr>
          <p:txBody>
            <a:bodyPr/>
            <a:lstStyle/>
            <a:p>
              <a:endParaRPr lang="en-IN"/>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0" y="9258300"/>
            <a:ext cx="6624466" cy="3086100"/>
            <a:chOff x="0" y="0"/>
            <a:chExt cx="1744715" cy="812800"/>
          </a:xfrm>
        </p:grpSpPr>
        <p:sp>
          <p:nvSpPr>
            <p:cNvPr id="6" name="Freeform 6"/>
            <p:cNvSpPr/>
            <p:nvPr/>
          </p:nvSpPr>
          <p:spPr>
            <a:xfrm>
              <a:off x="0" y="0"/>
              <a:ext cx="1744715" cy="812800"/>
            </a:xfrm>
            <a:custGeom>
              <a:avLst/>
              <a:gdLst/>
              <a:ahLst/>
              <a:cxnLst/>
              <a:rect l="l" t="t" r="r" b="b"/>
              <a:pathLst>
                <a:path w="1744715" h="812800">
                  <a:moveTo>
                    <a:pt x="0" y="0"/>
                  </a:moveTo>
                  <a:lnTo>
                    <a:pt x="1744715" y="0"/>
                  </a:lnTo>
                  <a:lnTo>
                    <a:pt x="1744715" y="812800"/>
                  </a:lnTo>
                  <a:lnTo>
                    <a:pt x="0" y="812800"/>
                  </a:lnTo>
                  <a:close/>
                </a:path>
              </a:pathLst>
            </a:custGeom>
            <a:solidFill>
              <a:srgbClr val="060644"/>
            </a:solidFill>
          </p:spPr>
          <p:txBody>
            <a:bodyPr/>
            <a:lstStyle/>
            <a:p>
              <a:endParaRPr lang="en-IN"/>
            </a:p>
          </p:txBody>
        </p:sp>
        <p:sp>
          <p:nvSpPr>
            <p:cNvPr id="7" name="TextBox 7"/>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
        <p:nvSpPr>
          <p:cNvPr id="8" name="TextBox 8"/>
          <p:cNvSpPr txBox="1"/>
          <p:nvPr/>
        </p:nvSpPr>
        <p:spPr>
          <a:xfrm>
            <a:off x="1028700" y="2166619"/>
            <a:ext cx="9105900" cy="642484"/>
          </a:xfrm>
          <a:prstGeom prst="rect">
            <a:avLst/>
          </a:prstGeom>
        </p:spPr>
        <p:txBody>
          <a:bodyPr wrap="square" lIns="0" tIns="0" rIns="0" bIns="0" rtlCol="0" anchor="t">
            <a:spAutoFit/>
          </a:bodyPr>
          <a:lstStyle/>
          <a:p>
            <a:pPr>
              <a:lnSpc>
                <a:spcPts val="4950"/>
              </a:lnSpc>
            </a:pPr>
            <a:r>
              <a:rPr lang="en-US" sz="4500" dirty="0">
                <a:solidFill>
                  <a:srgbClr val="000000"/>
                </a:solidFill>
                <a:latin typeface="Poppins Medium"/>
              </a:rPr>
              <a:t>APPLICATIONS IN REAL WORLD</a:t>
            </a:r>
          </a:p>
        </p:txBody>
      </p:sp>
      <p:sp>
        <p:nvSpPr>
          <p:cNvPr id="9" name="TextBox 9"/>
          <p:cNvSpPr txBox="1"/>
          <p:nvPr/>
        </p:nvSpPr>
        <p:spPr>
          <a:xfrm>
            <a:off x="1028700" y="1685924"/>
            <a:ext cx="5409129" cy="478790"/>
          </a:xfrm>
          <a:prstGeom prst="rect">
            <a:avLst/>
          </a:prstGeom>
        </p:spPr>
        <p:txBody>
          <a:bodyPr lIns="0" tIns="0" rIns="0" bIns="0" rtlCol="0" anchor="t">
            <a:spAutoFit/>
          </a:bodyPr>
          <a:lstStyle/>
          <a:p>
            <a:pPr>
              <a:lnSpc>
                <a:spcPts val="3519"/>
              </a:lnSpc>
            </a:pPr>
            <a:r>
              <a:rPr lang="en-US" sz="3199">
                <a:solidFill>
                  <a:srgbClr val="000000"/>
                </a:solidFill>
                <a:latin typeface="Poppins"/>
              </a:rPr>
              <a:t>PROJECT TITLE</a:t>
            </a:r>
          </a:p>
        </p:txBody>
      </p:sp>
      <p:sp>
        <p:nvSpPr>
          <p:cNvPr id="10" name="TextBox 10"/>
          <p:cNvSpPr txBox="1"/>
          <p:nvPr/>
        </p:nvSpPr>
        <p:spPr>
          <a:xfrm>
            <a:off x="1028700" y="2928620"/>
            <a:ext cx="16230600" cy="438150"/>
          </a:xfrm>
          <a:prstGeom prst="rect">
            <a:avLst/>
          </a:prstGeom>
        </p:spPr>
        <p:txBody>
          <a:bodyPr lIns="0" tIns="0" rIns="0" bIns="0" rtlCol="0" anchor="t">
            <a:spAutoFit/>
          </a:bodyPr>
          <a:lstStyle/>
          <a:p>
            <a:pPr algn="just">
              <a:lnSpc>
                <a:spcPts val="3240"/>
              </a:lnSpc>
            </a:pPr>
            <a:r>
              <a:rPr lang="en-US" sz="2700">
                <a:solidFill>
                  <a:srgbClr val="000000"/>
                </a:solidFill>
                <a:latin typeface="Poppins"/>
              </a:rPr>
              <a:t>This slide must list and explain what are the real time applications of your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119029"/>
            <a:ext cx="8333154" cy="3086100"/>
            <a:chOff x="0" y="0"/>
            <a:chExt cx="2194740" cy="812800"/>
          </a:xfrm>
        </p:grpSpPr>
        <p:sp>
          <p:nvSpPr>
            <p:cNvPr id="3" name="Freeform 3"/>
            <p:cNvSpPr/>
            <p:nvPr/>
          </p:nvSpPr>
          <p:spPr>
            <a:xfrm>
              <a:off x="0" y="0"/>
              <a:ext cx="2194740" cy="812800"/>
            </a:xfrm>
            <a:custGeom>
              <a:avLst/>
              <a:gdLst/>
              <a:ahLst/>
              <a:cxnLst/>
              <a:rect l="l" t="t" r="r" b="b"/>
              <a:pathLst>
                <a:path w="2194740" h="812800">
                  <a:moveTo>
                    <a:pt x="0" y="0"/>
                  </a:moveTo>
                  <a:lnTo>
                    <a:pt x="2194740" y="0"/>
                  </a:lnTo>
                  <a:lnTo>
                    <a:pt x="2194740" y="812800"/>
                  </a:lnTo>
                  <a:lnTo>
                    <a:pt x="0" y="812800"/>
                  </a:lnTo>
                  <a:close/>
                </a:path>
              </a:pathLst>
            </a:custGeom>
            <a:solidFill>
              <a:srgbClr val="060644"/>
            </a:solidFill>
          </p:spPr>
          <p:txBody>
            <a:bodyPr/>
            <a:lstStyle/>
            <a:p>
              <a:endParaRPr lang="en-IN"/>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11624423" y="9258300"/>
            <a:ext cx="9900631" cy="3086100"/>
            <a:chOff x="0" y="0"/>
            <a:chExt cx="2607574" cy="812800"/>
          </a:xfrm>
        </p:grpSpPr>
        <p:sp>
          <p:nvSpPr>
            <p:cNvPr id="6" name="Freeform 6"/>
            <p:cNvSpPr/>
            <p:nvPr/>
          </p:nvSpPr>
          <p:spPr>
            <a:xfrm>
              <a:off x="0" y="0"/>
              <a:ext cx="2607574" cy="812800"/>
            </a:xfrm>
            <a:custGeom>
              <a:avLst/>
              <a:gdLst/>
              <a:ahLst/>
              <a:cxnLst/>
              <a:rect l="l" t="t" r="r" b="b"/>
              <a:pathLst>
                <a:path w="2607574" h="812800">
                  <a:moveTo>
                    <a:pt x="0" y="0"/>
                  </a:moveTo>
                  <a:lnTo>
                    <a:pt x="2607574" y="0"/>
                  </a:lnTo>
                  <a:lnTo>
                    <a:pt x="2607574" y="812800"/>
                  </a:lnTo>
                  <a:lnTo>
                    <a:pt x="0" y="812800"/>
                  </a:lnTo>
                  <a:close/>
                </a:path>
              </a:pathLst>
            </a:custGeom>
            <a:solidFill>
              <a:srgbClr val="060644"/>
            </a:solidFill>
          </p:spPr>
          <p:txBody>
            <a:bodyPr/>
            <a:lstStyle/>
            <a:p>
              <a:endParaRPr lang="en-IN"/>
            </a:p>
          </p:txBody>
        </p:sp>
        <p:sp>
          <p:nvSpPr>
            <p:cNvPr id="7" name="TextBox 7"/>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
        <p:nvSpPr>
          <p:cNvPr id="8" name="TextBox 8"/>
          <p:cNvSpPr txBox="1"/>
          <p:nvPr/>
        </p:nvSpPr>
        <p:spPr>
          <a:xfrm>
            <a:off x="1028700" y="1028700"/>
            <a:ext cx="7304454" cy="642484"/>
          </a:xfrm>
          <a:prstGeom prst="rect">
            <a:avLst/>
          </a:prstGeom>
        </p:spPr>
        <p:txBody>
          <a:bodyPr lIns="0" tIns="0" rIns="0" bIns="0" rtlCol="0" anchor="t">
            <a:spAutoFit/>
          </a:bodyPr>
          <a:lstStyle/>
          <a:p>
            <a:pPr>
              <a:lnSpc>
                <a:spcPts val="4950"/>
              </a:lnSpc>
            </a:pPr>
            <a:r>
              <a:rPr lang="en-US" sz="4500" dirty="0">
                <a:solidFill>
                  <a:srgbClr val="FFFFFF"/>
                </a:solidFill>
                <a:latin typeface="Poppins Medium Bold"/>
              </a:rPr>
              <a:t>CLOSING REMARKS</a:t>
            </a:r>
          </a:p>
        </p:txBody>
      </p:sp>
      <p:sp>
        <p:nvSpPr>
          <p:cNvPr id="9" name="TextBox 9"/>
          <p:cNvSpPr txBox="1"/>
          <p:nvPr/>
        </p:nvSpPr>
        <p:spPr>
          <a:xfrm>
            <a:off x="1028700" y="2155640"/>
            <a:ext cx="16230600" cy="1838452"/>
          </a:xfrm>
          <a:prstGeom prst="rect">
            <a:avLst/>
          </a:prstGeom>
        </p:spPr>
        <p:txBody>
          <a:bodyPr lIns="0" tIns="0" rIns="0" bIns="0" rtlCol="0" anchor="t">
            <a:spAutoFit/>
          </a:bodyPr>
          <a:lstStyle/>
          <a:p>
            <a:pPr algn="just">
              <a:lnSpc>
                <a:spcPts val="3583"/>
              </a:lnSpc>
            </a:pPr>
            <a:r>
              <a:rPr lang="en-US" sz="2986" dirty="0">
                <a:solidFill>
                  <a:srgbClr val="000000"/>
                </a:solidFill>
                <a:latin typeface="Poppins"/>
              </a:rPr>
              <a:t>This slide must contain the conclusion of your project. </a:t>
            </a:r>
          </a:p>
          <a:p>
            <a:pPr algn="just">
              <a:lnSpc>
                <a:spcPts val="3583"/>
              </a:lnSpc>
            </a:pPr>
            <a:endParaRPr lang="en-US" sz="2986" dirty="0">
              <a:solidFill>
                <a:srgbClr val="000000"/>
              </a:solidFill>
              <a:latin typeface="Poppins"/>
            </a:endParaRPr>
          </a:p>
          <a:p>
            <a:pPr algn="just">
              <a:lnSpc>
                <a:spcPts val="3583"/>
              </a:lnSpc>
            </a:pPr>
            <a:endParaRPr lang="en-US" sz="2986" dirty="0">
              <a:solidFill>
                <a:srgbClr val="000000"/>
              </a:solidFill>
              <a:latin typeface="Poppins"/>
            </a:endParaRPr>
          </a:p>
          <a:p>
            <a:pPr algn="just">
              <a:lnSpc>
                <a:spcPts val="3583"/>
              </a:lnSpc>
            </a:pPr>
            <a:endParaRPr lang="en-US" sz="2986" dirty="0">
              <a:solidFill>
                <a:srgbClr val="000000"/>
              </a:solidFill>
              <a:latin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538490" y="3269506"/>
            <a:ext cx="9289952" cy="5246370"/>
            <a:chOff x="0" y="0"/>
            <a:chExt cx="3578352" cy="2020824"/>
          </a:xfrm>
        </p:grpSpPr>
        <p:sp>
          <p:nvSpPr>
            <p:cNvPr id="3" name="Freeform 3"/>
            <p:cNvSpPr/>
            <p:nvPr/>
          </p:nvSpPr>
          <p:spPr>
            <a:xfrm>
              <a:off x="156591" y="17526"/>
              <a:ext cx="3247136" cy="1987423"/>
            </a:xfrm>
            <a:custGeom>
              <a:avLst/>
              <a:gdLst/>
              <a:ahLst/>
              <a:cxnLst/>
              <a:rect l="l" t="t" r="r" b="b"/>
              <a:pathLst>
                <a:path w="3247136" h="1987423">
                  <a:moveTo>
                    <a:pt x="3247136" y="1987423"/>
                  </a:moveTo>
                  <a:lnTo>
                    <a:pt x="0" y="1987423"/>
                  </a:lnTo>
                  <a:lnTo>
                    <a:pt x="0" y="0"/>
                  </a:lnTo>
                  <a:lnTo>
                    <a:pt x="3247136" y="0"/>
                  </a:lnTo>
                  <a:lnTo>
                    <a:pt x="3247136" y="1987423"/>
                  </a:lnTo>
                  <a:close/>
                </a:path>
              </a:pathLst>
            </a:custGeom>
            <a:blipFill>
              <a:blip r:embed="rId2"/>
              <a:stretch>
                <a:fillRect t="-4461" b="-4461"/>
              </a:stretch>
            </a:blipFill>
          </p:spPr>
          <p:txBody>
            <a:bodyPr/>
            <a:lstStyle/>
            <a:p>
              <a:endParaRPr lang="en-IN"/>
            </a:p>
          </p:txBody>
        </p:sp>
        <p:sp>
          <p:nvSpPr>
            <p:cNvPr id="4" name="Freeform 4"/>
            <p:cNvSpPr/>
            <p:nvPr/>
          </p:nvSpPr>
          <p:spPr>
            <a:xfrm>
              <a:off x="0" y="0"/>
              <a:ext cx="3578352" cy="2020824"/>
            </a:xfrm>
            <a:custGeom>
              <a:avLst/>
              <a:gdLst/>
              <a:ahLst/>
              <a:cxnLst/>
              <a:rect l="l" t="t" r="r" b="b"/>
              <a:pathLst>
                <a:path w="3578352" h="2020824">
                  <a:moveTo>
                    <a:pt x="3578352" y="2020824"/>
                  </a:moveTo>
                  <a:lnTo>
                    <a:pt x="0" y="2020824"/>
                  </a:lnTo>
                  <a:lnTo>
                    <a:pt x="0" y="0"/>
                  </a:lnTo>
                  <a:lnTo>
                    <a:pt x="3578352" y="0"/>
                  </a:lnTo>
                  <a:lnTo>
                    <a:pt x="3578352" y="2020824"/>
                  </a:lnTo>
                  <a:close/>
                </a:path>
              </a:pathLst>
            </a:custGeom>
            <a:blipFill>
              <a:blip r:embed="rId3"/>
              <a:stretch>
                <a:fillRect t="-23" b="-23"/>
              </a:stretch>
            </a:blipFill>
          </p:spPr>
          <p:txBody>
            <a:bodyPr/>
            <a:lstStyle/>
            <a:p>
              <a:endParaRPr lang="en-IN"/>
            </a:p>
          </p:txBody>
        </p:sp>
      </p:grpSp>
      <p:sp>
        <p:nvSpPr>
          <p:cNvPr id="5" name="TextBox 5"/>
          <p:cNvSpPr txBox="1"/>
          <p:nvPr/>
        </p:nvSpPr>
        <p:spPr>
          <a:xfrm>
            <a:off x="1077132" y="1532628"/>
            <a:ext cx="7106334" cy="685800"/>
          </a:xfrm>
          <a:prstGeom prst="rect">
            <a:avLst/>
          </a:prstGeom>
        </p:spPr>
        <p:txBody>
          <a:bodyPr lIns="0" tIns="0" rIns="0" bIns="0" rtlCol="0" anchor="t">
            <a:spAutoFit/>
          </a:bodyPr>
          <a:lstStyle/>
          <a:p>
            <a:pPr>
              <a:lnSpc>
                <a:spcPts val="4950"/>
              </a:lnSpc>
            </a:pPr>
            <a:r>
              <a:rPr lang="en-US" sz="4500">
                <a:solidFill>
                  <a:srgbClr val="000000"/>
                </a:solidFill>
                <a:latin typeface="Poppins Medium Bold"/>
              </a:rPr>
              <a:t>DEMO VIDEO</a:t>
            </a:r>
          </a:p>
        </p:txBody>
      </p:sp>
      <p:sp>
        <p:nvSpPr>
          <p:cNvPr id="6" name="TextBox 6"/>
          <p:cNvSpPr txBox="1"/>
          <p:nvPr/>
        </p:nvSpPr>
        <p:spPr>
          <a:xfrm>
            <a:off x="1077132" y="2305817"/>
            <a:ext cx="16230600" cy="847725"/>
          </a:xfrm>
          <a:prstGeom prst="rect">
            <a:avLst/>
          </a:prstGeom>
        </p:spPr>
        <p:txBody>
          <a:bodyPr lIns="0" tIns="0" rIns="0" bIns="0" rtlCol="0" anchor="t">
            <a:spAutoFit/>
          </a:bodyPr>
          <a:lstStyle/>
          <a:p>
            <a:pPr algn="just">
              <a:lnSpc>
                <a:spcPts val="3240"/>
              </a:lnSpc>
            </a:pPr>
            <a:r>
              <a:rPr lang="en-US" sz="2700" dirty="0">
                <a:solidFill>
                  <a:srgbClr val="000000"/>
                </a:solidFill>
                <a:latin typeface="Poppins"/>
              </a:rPr>
              <a:t>This slide must contain a demo video of your project execution. </a:t>
            </a:r>
          </a:p>
          <a:p>
            <a:pPr algn="just">
              <a:lnSpc>
                <a:spcPts val="3240"/>
              </a:lnSpc>
            </a:pPr>
            <a:r>
              <a:rPr lang="en-US" sz="2700" dirty="0">
                <a:solidFill>
                  <a:srgbClr val="000000"/>
                </a:solidFill>
                <a:latin typeface="Poppins"/>
              </a:rPr>
              <a:t>[You can either upload it in PPT itself or paste the drive link in the slide.]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292491">
            <a:off x="16195898" y="3108944"/>
            <a:ext cx="1062487" cy="6734838"/>
            <a:chOff x="0" y="0"/>
            <a:chExt cx="279832" cy="1773784"/>
          </a:xfrm>
        </p:grpSpPr>
        <p:sp>
          <p:nvSpPr>
            <p:cNvPr id="3" name="Freeform 3"/>
            <p:cNvSpPr/>
            <p:nvPr/>
          </p:nvSpPr>
          <p:spPr>
            <a:xfrm>
              <a:off x="0" y="0"/>
              <a:ext cx="279832" cy="1773784"/>
            </a:xfrm>
            <a:custGeom>
              <a:avLst/>
              <a:gdLst/>
              <a:ahLst/>
              <a:cxnLst/>
              <a:rect l="l" t="t" r="r" b="b"/>
              <a:pathLst>
                <a:path w="279832" h="1773784">
                  <a:moveTo>
                    <a:pt x="0" y="0"/>
                  </a:moveTo>
                  <a:lnTo>
                    <a:pt x="279832" y="0"/>
                  </a:lnTo>
                  <a:lnTo>
                    <a:pt x="279832" y="1773784"/>
                  </a:lnTo>
                  <a:lnTo>
                    <a:pt x="0" y="1773784"/>
                  </a:lnTo>
                  <a:close/>
                </a:path>
              </a:pathLst>
            </a:custGeom>
            <a:solidFill>
              <a:srgbClr val="060644"/>
            </a:solidFill>
          </p:spPr>
          <p:txBody>
            <a:bodyPr/>
            <a:lstStyle/>
            <a:p>
              <a:endParaRPr lang="en-IN"/>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rot="1710481">
            <a:off x="15758160" y="-1867238"/>
            <a:ext cx="1062487" cy="6686550"/>
            <a:chOff x="0" y="0"/>
            <a:chExt cx="279832" cy="1761067"/>
          </a:xfrm>
        </p:grpSpPr>
        <p:sp>
          <p:nvSpPr>
            <p:cNvPr id="9" name="Freeform 9"/>
            <p:cNvSpPr/>
            <p:nvPr/>
          </p:nvSpPr>
          <p:spPr>
            <a:xfrm>
              <a:off x="0" y="0"/>
              <a:ext cx="279832" cy="1761067"/>
            </a:xfrm>
            <a:custGeom>
              <a:avLst/>
              <a:gdLst/>
              <a:ahLst/>
              <a:cxnLst/>
              <a:rect l="l" t="t" r="r" b="b"/>
              <a:pathLst>
                <a:path w="279832" h="1761067">
                  <a:moveTo>
                    <a:pt x="0" y="0"/>
                  </a:moveTo>
                  <a:lnTo>
                    <a:pt x="279832" y="0"/>
                  </a:lnTo>
                  <a:lnTo>
                    <a:pt x="279832" y="1761067"/>
                  </a:lnTo>
                  <a:lnTo>
                    <a:pt x="0" y="1761067"/>
                  </a:lnTo>
                  <a:close/>
                </a:path>
              </a:pathLst>
            </a:custGeom>
            <a:solidFill>
              <a:srgbClr val="060644"/>
            </a:solidFill>
          </p:spPr>
          <p:txBody>
            <a:bodyPr/>
            <a:lstStyle/>
            <a:p>
              <a:endParaRPr lang="en-IN"/>
            </a:p>
          </p:txBody>
        </p:sp>
        <p:sp>
          <p:nvSpPr>
            <p:cNvPr id="10" name="TextBox 10"/>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rot="1744249">
            <a:off x="16814395" y="2072951"/>
            <a:ext cx="2208710" cy="14588015"/>
            <a:chOff x="0" y="0"/>
            <a:chExt cx="581718" cy="3842111"/>
          </a:xfrm>
        </p:grpSpPr>
        <p:sp>
          <p:nvSpPr>
            <p:cNvPr id="12" name="Freeform 12"/>
            <p:cNvSpPr/>
            <p:nvPr/>
          </p:nvSpPr>
          <p:spPr>
            <a:xfrm>
              <a:off x="0" y="0"/>
              <a:ext cx="581718" cy="3842111"/>
            </a:xfrm>
            <a:custGeom>
              <a:avLst/>
              <a:gdLst/>
              <a:ahLst/>
              <a:cxnLst/>
              <a:rect l="l" t="t" r="r" b="b"/>
              <a:pathLst>
                <a:path w="581718" h="3842111">
                  <a:moveTo>
                    <a:pt x="0" y="0"/>
                  </a:moveTo>
                  <a:lnTo>
                    <a:pt x="581718" y="0"/>
                  </a:lnTo>
                  <a:lnTo>
                    <a:pt x="581718" y="3842111"/>
                  </a:lnTo>
                  <a:lnTo>
                    <a:pt x="0" y="3842111"/>
                  </a:lnTo>
                  <a:close/>
                </a:path>
              </a:pathLst>
            </a:custGeom>
            <a:solidFill>
              <a:srgbClr val="2E2768"/>
            </a:solidFill>
          </p:spPr>
          <p:txBody>
            <a:bodyPr/>
            <a:lstStyle/>
            <a:p>
              <a:endParaRPr lang="en-IN"/>
            </a:p>
          </p:txBody>
        </p:sp>
        <p:sp>
          <p:nvSpPr>
            <p:cNvPr id="13" name="TextBox 13"/>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
        <p:nvSpPr>
          <p:cNvPr id="14" name="TextBox 14"/>
          <p:cNvSpPr txBox="1"/>
          <p:nvPr/>
        </p:nvSpPr>
        <p:spPr>
          <a:xfrm>
            <a:off x="1028700" y="1509395"/>
            <a:ext cx="7106334" cy="685800"/>
          </a:xfrm>
          <a:prstGeom prst="rect">
            <a:avLst/>
          </a:prstGeom>
        </p:spPr>
        <p:txBody>
          <a:bodyPr lIns="0" tIns="0" rIns="0" bIns="0" rtlCol="0" anchor="t">
            <a:spAutoFit/>
          </a:bodyPr>
          <a:lstStyle/>
          <a:p>
            <a:pPr>
              <a:lnSpc>
                <a:spcPts val="4950"/>
              </a:lnSpc>
            </a:pPr>
            <a:r>
              <a:rPr lang="en-US" sz="4500">
                <a:solidFill>
                  <a:srgbClr val="000000"/>
                </a:solidFill>
                <a:latin typeface="Poppins Medium"/>
              </a:rPr>
              <a:t>PROJECT REPOSITORY</a:t>
            </a:r>
          </a:p>
        </p:txBody>
      </p:sp>
      <p:sp>
        <p:nvSpPr>
          <p:cNvPr id="15" name="TextBox 15"/>
          <p:cNvSpPr txBox="1"/>
          <p:nvPr/>
        </p:nvSpPr>
        <p:spPr>
          <a:xfrm>
            <a:off x="1028700" y="1028700"/>
            <a:ext cx="3553167" cy="478790"/>
          </a:xfrm>
          <a:prstGeom prst="rect">
            <a:avLst/>
          </a:prstGeom>
        </p:spPr>
        <p:txBody>
          <a:bodyPr lIns="0" tIns="0" rIns="0" bIns="0" rtlCol="0" anchor="t">
            <a:spAutoFit/>
          </a:bodyPr>
          <a:lstStyle/>
          <a:p>
            <a:pPr>
              <a:lnSpc>
                <a:spcPts val="3519"/>
              </a:lnSpc>
            </a:pPr>
            <a:r>
              <a:rPr lang="en-US" sz="3199">
                <a:solidFill>
                  <a:srgbClr val="000000"/>
                </a:solidFill>
                <a:latin typeface="Poppins"/>
              </a:rPr>
              <a:t>PROJECT TITLE</a:t>
            </a:r>
          </a:p>
        </p:txBody>
      </p:sp>
      <p:sp>
        <p:nvSpPr>
          <p:cNvPr id="16" name="TextBox 16"/>
          <p:cNvSpPr txBox="1"/>
          <p:nvPr/>
        </p:nvSpPr>
        <p:spPr>
          <a:xfrm>
            <a:off x="1077132" y="2305817"/>
            <a:ext cx="12993173" cy="820738"/>
          </a:xfrm>
          <a:prstGeom prst="rect">
            <a:avLst/>
          </a:prstGeom>
        </p:spPr>
        <p:txBody>
          <a:bodyPr wrap="square" lIns="0" tIns="0" rIns="0" bIns="0" rtlCol="0" anchor="t">
            <a:spAutoFit/>
          </a:bodyPr>
          <a:lstStyle/>
          <a:p>
            <a:pPr algn="just">
              <a:lnSpc>
                <a:spcPts val="3240"/>
              </a:lnSpc>
            </a:pPr>
            <a:r>
              <a:rPr lang="en-US" sz="2700" dirty="0">
                <a:solidFill>
                  <a:srgbClr val="000000"/>
                </a:solidFill>
                <a:latin typeface="Poppins"/>
              </a:rPr>
              <a:t>This slide should have the link to access the project repository (Code, Architecture, etc.,) of your entire project. [You can paste the link in the PPT]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292491">
            <a:off x="16049924" y="3228621"/>
            <a:ext cx="1062487" cy="6734838"/>
            <a:chOff x="0" y="0"/>
            <a:chExt cx="279832" cy="1773784"/>
          </a:xfrm>
        </p:grpSpPr>
        <p:sp>
          <p:nvSpPr>
            <p:cNvPr id="3" name="Freeform 3"/>
            <p:cNvSpPr/>
            <p:nvPr/>
          </p:nvSpPr>
          <p:spPr>
            <a:xfrm>
              <a:off x="0" y="0"/>
              <a:ext cx="279832" cy="1773784"/>
            </a:xfrm>
            <a:custGeom>
              <a:avLst/>
              <a:gdLst/>
              <a:ahLst/>
              <a:cxnLst/>
              <a:rect l="l" t="t" r="r" b="b"/>
              <a:pathLst>
                <a:path w="279832" h="1773784">
                  <a:moveTo>
                    <a:pt x="0" y="0"/>
                  </a:moveTo>
                  <a:lnTo>
                    <a:pt x="279832" y="0"/>
                  </a:lnTo>
                  <a:lnTo>
                    <a:pt x="279832" y="1773784"/>
                  </a:lnTo>
                  <a:lnTo>
                    <a:pt x="0" y="1773784"/>
                  </a:lnTo>
                  <a:close/>
                </a:path>
              </a:pathLst>
            </a:custGeom>
            <a:solidFill>
              <a:srgbClr val="060644"/>
            </a:solidFill>
          </p:spPr>
          <p:txBody>
            <a:bodyPr/>
            <a:lstStyle/>
            <a:p>
              <a:endParaRPr lang="en-IN"/>
            </a:p>
          </p:txBody>
        </p:sp>
        <p:sp>
          <p:nvSpPr>
            <p:cNvPr id="4" name="TextBox 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rot="1710481">
            <a:off x="15612186" y="-1747561"/>
            <a:ext cx="1062487" cy="6686550"/>
            <a:chOff x="0" y="0"/>
            <a:chExt cx="279832" cy="1761067"/>
          </a:xfrm>
        </p:grpSpPr>
        <p:sp>
          <p:nvSpPr>
            <p:cNvPr id="9" name="Freeform 9"/>
            <p:cNvSpPr/>
            <p:nvPr/>
          </p:nvSpPr>
          <p:spPr>
            <a:xfrm>
              <a:off x="0" y="0"/>
              <a:ext cx="279832" cy="1761067"/>
            </a:xfrm>
            <a:custGeom>
              <a:avLst/>
              <a:gdLst/>
              <a:ahLst/>
              <a:cxnLst/>
              <a:rect l="l" t="t" r="r" b="b"/>
              <a:pathLst>
                <a:path w="279832" h="1761067">
                  <a:moveTo>
                    <a:pt x="0" y="0"/>
                  </a:moveTo>
                  <a:lnTo>
                    <a:pt x="279832" y="0"/>
                  </a:lnTo>
                  <a:lnTo>
                    <a:pt x="279832" y="1761067"/>
                  </a:lnTo>
                  <a:lnTo>
                    <a:pt x="0" y="1761067"/>
                  </a:lnTo>
                  <a:close/>
                </a:path>
              </a:pathLst>
            </a:custGeom>
            <a:solidFill>
              <a:srgbClr val="060644"/>
            </a:solidFill>
          </p:spPr>
          <p:txBody>
            <a:bodyPr/>
            <a:lstStyle/>
            <a:p>
              <a:endParaRPr lang="en-IN"/>
            </a:p>
          </p:txBody>
        </p:sp>
        <p:sp>
          <p:nvSpPr>
            <p:cNvPr id="10" name="TextBox 10"/>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
        <p:nvSpPr>
          <p:cNvPr id="11" name="TextBox 11"/>
          <p:cNvSpPr txBox="1"/>
          <p:nvPr/>
        </p:nvSpPr>
        <p:spPr>
          <a:xfrm>
            <a:off x="1069935" y="3862058"/>
            <a:ext cx="8973804" cy="1850226"/>
          </a:xfrm>
          <a:prstGeom prst="rect">
            <a:avLst/>
          </a:prstGeom>
        </p:spPr>
        <p:txBody>
          <a:bodyPr lIns="0" tIns="0" rIns="0" bIns="0" rtlCol="0" anchor="t">
            <a:spAutoFit/>
          </a:bodyPr>
          <a:lstStyle/>
          <a:p>
            <a:pPr>
              <a:lnSpc>
                <a:spcPts val="13379"/>
              </a:lnSpc>
            </a:pPr>
            <a:r>
              <a:rPr lang="en-US" sz="12163" dirty="0">
                <a:solidFill>
                  <a:srgbClr val="060644"/>
                </a:solidFill>
                <a:latin typeface="Poppins Bold"/>
              </a:rPr>
              <a:t>Thank You</a:t>
            </a:r>
          </a:p>
        </p:txBody>
      </p:sp>
      <p:grpSp>
        <p:nvGrpSpPr>
          <p:cNvPr id="12" name="Group 12"/>
          <p:cNvGrpSpPr/>
          <p:nvPr/>
        </p:nvGrpSpPr>
        <p:grpSpPr>
          <a:xfrm rot="1744249">
            <a:off x="16814395" y="2072951"/>
            <a:ext cx="2208710" cy="14588015"/>
            <a:chOff x="0" y="0"/>
            <a:chExt cx="581718" cy="3842111"/>
          </a:xfrm>
        </p:grpSpPr>
        <p:sp>
          <p:nvSpPr>
            <p:cNvPr id="13" name="Freeform 13"/>
            <p:cNvSpPr/>
            <p:nvPr/>
          </p:nvSpPr>
          <p:spPr>
            <a:xfrm>
              <a:off x="0" y="0"/>
              <a:ext cx="581718" cy="3842111"/>
            </a:xfrm>
            <a:custGeom>
              <a:avLst/>
              <a:gdLst/>
              <a:ahLst/>
              <a:cxnLst/>
              <a:rect l="l" t="t" r="r" b="b"/>
              <a:pathLst>
                <a:path w="581718" h="3842111">
                  <a:moveTo>
                    <a:pt x="0" y="0"/>
                  </a:moveTo>
                  <a:lnTo>
                    <a:pt x="581718" y="0"/>
                  </a:lnTo>
                  <a:lnTo>
                    <a:pt x="581718" y="3842111"/>
                  </a:lnTo>
                  <a:lnTo>
                    <a:pt x="0" y="3842111"/>
                  </a:lnTo>
                  <a:close/>
                </a:path>
              </a:pathLst>
            </a:custGeom>
            <a:solidFill>
              <a:srgbClr val="2E2768"/>
            </a:solidFill>
          </p:spPr>
          <p:txBody>
            <a:bodyPr/>
            <a:lstStyle/>
            <a:p>
              <a:endParaRPr lang="en-IN"/>
            </a:p>
          </p:txBody>
        </p:sp>
        <p:sp>
          <p:nvSpPr>
            <p:cNvPr id="14" name="TextBox 14"/>
            <p:cNvSpPr txBox="1"/>
            <p:nvPr/>
          </p:nvSpPr>
          <p:spPr>
            <a:xfrm>
              <a:off x="0" y="-66675"/>
              <a:ext cx="812800" cy="879475"/>
            </a:xfrm>
            <a:prstGeom prst="rect">
              <a:avLst/>
            </a:prstGeom>
          </p:spPr>
          <p:txBody>
            <a:bodyPr lIns="50800" tIns="50800" rIns="50800" bIns="50800" rtlCol="0" anchor="ctr"/>
            <a:lstStyle/>
            <a:p>
              <a:pPr algn="ctr">
                <a:lnSpc>
                  <a:spcPts val="280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332</TotalTime>
  <Words>315</Words>
  <Application>Microsoft Office PowerPoint</Application>
  <PresentationFormat>Custom</PresentationFormat>
  <Paragraphs>35</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Poppins Bold</vt:lpstr>
      <vt:lpstr>Poppins</vt:lpstr>
      <vt:lpstr>Poppins Medium</vt:lpstr>
      <vt:lpstr>Calibri</vt:lpstr>
      <vt:lpstr>Arial</vt:lpstr>
      <vt:lpstr>Poppins Medium Bold</vt:lpstr>
      <vt:lpstr>BankGothic Md BT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HACK-24-THON Presentation Template</dc:title>
  <dc:creator>Prathvi N</dc:creator>
  <cp:lastModifiedBy>Monisha Ramasamy</cp:lastModifiedBy>
  <cp:revision>11</cp:revision>
  <dcterms:created xsi:type="dcterms:W3CDTF">2006-08-16T00:00:00Z</dcterms:created>
  <dcterms:modified xsi:type="dcterms:W3CDTF">2024-06-17T12:45:29Z</dcterms:modified>
  <dc:identifier>DAFeH_mlte4</dc:identifier>
</cp:coreProperties>
</file>